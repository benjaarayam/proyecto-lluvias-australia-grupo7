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567a3ec0c8e4c2c" /><Relationship Type="http://schemas.openxmlformats.org/officeDocument/2006/relationships/extended-properties" Target="/docProps/app.xml" Id="R7ba7e7b33c964b17" /><Relationship Type="http://schemas.openxmlformats.org/officeDocument/2006/relationships/officeDocument" Target="/ppt/presentation.xml" Id="Rf49755c73a4648ba" /></Relationships>
</file>

<file path=ppt/presentation.xml><?xml version="1.0" encoding="utf-8"?>
<p:presentation xmlns:p="http://schemas.openxmlformats.org/presentationml/2006/main">
  <p:sldMasterIdLst>
    <p:sldMasterId xmlns:r="http://schemas.openxmlformats.org/officeDocument/2006/relationships" id="2147483648" r:id="R993a86d3b35545bf"/>
  </p:sldMasterIdLst>
  <p:notesMasterIdLst>
    <p:notesMasterId xmlns:r="http://schemas.openxmlformats.org/officeDocument/2006/relationships" r:id="Rcbf940482c2e496b"/>
  </p:notesMasterIdLst>
  <p:sldIdLst>
    <p:sldId xmlns:r="http://schemas.openxmlformats.org/officeDocument/2006/relationships" id="256" r:id="Ra949d5f6a5f84427"/>
    <p:sldId xmlns:r="http://schemas.openxmlformats.org/officeDocument/2006/relationships" id="257" r:id="Rc44c83c8200e41d7"/>
    <p:sldId xmlns:r="http://schemas.openxmlformats.org/officeDocument/2006/relationships" id="258" r:id="Rbae98f94f963469e"/>
    <p:sldId xmlns:r="http://schemas.openxmlformats.org/officeDocument/2006/relationships" id="259" r:id="R92111eb208df468d"/>
    <p:sldId xmlns:r="http://schemas.openxmlformats.org/officeDocument/2006/relationships" id="260" r:id="R55d80b3470354b31"/>
    <p:sldId xmlns:r="http://schemas.openxmlformats.org/officeDocument/2006/relationships" id="261" r:id="R5c203200d6ee40de"/>
    <p:sldId xmlns:r="http://schemas.openxmlformats.org/officeDocument/2006/relationships" id="262" r:id="R5ad5797799c74cd8"/>
    <p:sldId xmlns:r="http://schemas.openxmlformats.org/officeDocument/2006/relationships" id="263" r:id="R05052cfa5b4f484f"/>
    <p:sldId xmlns:r="http://schemas.openxmlformats.org/officeDocument/2006/relationships" id="264" r:id="Rec3078e6b9fe42dc"/>
    <p:sldId xmlns:r="http://schemas.openxmlformats.org/officeDocument/2006/relationships" id="265" r:id="Rc870ad4d8d094763"/>
    <p:sldId xmlns:r="http://schemas.openxmlformats.org/officeDocument/2006/relationships" id="266" r:id="Rc154e38e51a142a3"/>
    <p:sldId xmlns:r="http://schemas.openxmlformats.org/officeDocument/2006/relationships" id="267" r:id="R09826ff861ad41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3e1769f7524a5c" /><Relationship Type="http://schemas.openxmlformats.org/officeDocument/2006/relationships/slideMaster" Target="/ppt/slideMasters/slideMaster1.xml" Id="R993a86d3b35545bf" /><Relationship Type="http://schemas.openxmlformats.org/officeDocument/2006/relationships/notesMaster" Target="/ppt/notesMasters/notesMaster1.xml" Id="Rcbf940482c2e496b" /><Relationship Type="http://schemas.openxmlformats.org/officeDocument/2006/relationships/presProps" Target="/ppt/presProps.xml" Id="R3543879aef184b7e" /><Relationship Type="http://schemas.openxmlformats.org/officeDocument/2006/relationships/tableStyles" Target="/ppt/tableStyles.xml" Id="R6b21d69d0453457b" /><Relationship Type="http://schemas.openxmlformats.org/officeDocument/2006/relationships/slide" Target="/ppt/slides/slide1.xml" Id="Ra949d5f6a5f84427" /><Relationship Type="http://schemas.openxmlformats.org/officeDocument/2006/relationships/slide" Target="/ppt/slides/slide2.xml" Id="Rc44c83c8200e41d7" /><Relationship Type="http://schemas.openxmlformats.org/officeDocument/2006/relationships/slide" Target="/ppt/slides/slide3.xml" Id="Rbae98f94f963469e" /><Relationship Type="http://schemas.openxmlformats.org/officeDocument/2006/relationships/slide" Target="/ppt/slides/slide4.xml" Id="R92111eb208df468d" /><Relationship Type="http://schemas.openxmlformats.org/officeDocument/2006/relationships/slide" Target="/ppt/slides/slide5.xml" Id="R55d80b3470354b31" /><Relationship Type="http://schemas.openxmlformats.org/officeDocument/2006/relationships/slide" Target="/ppt/slides/slide6.xml" Id="R5c203200d6ee40de" /><Relationship Type="http://schemas.openxmlformats.org/officeDocument/2006/relationships/slide" Target="/ppt/slides/slide7.xml" Id="R5ad5797799c74cd8" /><Relationship Type="http://schemas.openxmlformats.org/officeDocument/2006/relationships/slide" Target="/ppt/slides/slide8.xml" Id="R05052cfa5b4f484f" /><Relationship Type="http://schemas.openxmlformats.org/officeDocument/2006/relationships/slide" Target="/ppt/slides/slide9.xml" Id="Rec3078e6b9fe42dc" /><Relationship Type="http://schemas.openxmlformats.org/officeDocument/2006/relationships/slide" Target="/ppt/slides/slide10.xml" Id="Rc870ad4d8d094763" /><Relationship Type="http://schemas.openxmlformats.org/officeDocument/2006/relationships/slide" Target="/ppt/slides/slide11.xml" Id="Rc154e38e51a142a3" /><Relationship Type="http://schemas.openxmlformats.org/officeDocument/2006/relationships/slide" Target="/ppt/slides/slide12.xml" Id="R09826ff861ad41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ced12d8eab42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d072d56a0f48b3" /><Relationship Type="http://schemas.openxmlformats.org/officeDocument/2006/relationships/notesMaster" Target="/ppt/notesMasters/notesMaster1.xml" Id="Rd062d2e4121849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c95f87751f4999" /><Relationship Type="http://schemas.openxmlformats.org/officeDocument/2006/relationships/notesMaster" Target="/ppt/notesMasters/notesMaster1.xml" Id="Rc3ef513261f54f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0bc026aa8e45c7" /><Relationship Type="http://schemas.openxmlformats.org/officeDocument/2006/relationships/notesMaster" Target="/ppt/notesMasters/notesMaster1.xml" Id="Rf8802d37344d4d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105f4252a54a07" /><Relationship Type="http://schemas.openxmlformats.org/officeDocument/2006/relationships/notesMaster" Target="/ppt/notesMasters/notesMaster1.xml" Id="R0f73a92a138d4a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704b4e9c4e41ba" /><Relationship Type="http://schemas.openxmlformats.org/officeDocument/2006/relationships/notesMaster" Target="/ppt/notesMasters/notesMaster1.xml" Id="R2d9e9188f94745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fb316c403a48be" /><Relationship Type="http://schemas.openxmlformats.org/officeDocument/2006/relationships/notesMaster" Target="/ppt/notesMasters/notesMaster1.xml" Id="Re6e58b2169dd4d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44692403444aa4" /><Relationship Type="http://schemas.openxmlformats.org/officeDocument/2006/relationships/notesMaster" Target="/ppt/notesMasters/notesMaster1.xml" Id="R20b4e845681d4a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8fb92a86724c6c" /><Relationship Type="http://schemas.openxmlformats.org/officeDocument/2006/relationships/notesMaster" Target="/ppt/notesMasters/notesMaster1.xml" Id="Rba80669172bb4a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16a76855de4448" /><Relationship Type="http://schemas.openxmlformats.org/officeDocument/2006/relationships/notesMaster" Target="/ppt/notesMasters/notesMaster1.xml" Id="R3baa2d20853646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df05df115047ad" /><Relationship Type="http://schemas.openxmlformats.org/officeDocument/2006/relationships/notesMaster" Target="/ppt/notesMasters/notesMaster1.xml" Id="R9db87c47a55c4f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63ca1786194586" /><Relationship Type="http://schemas.openxmlformats.org/officeDocument/2006/relationships/notesMaster" Target="/ppt/notesMasters/notesMaster1.xml" Id="Ra6e010a285584a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6af0a453984b3e" /><Relationship Type="http://schemas.openxmlformats.org/officeDocument/2006/relationships/notesMaster" Target="/ppt/notesMasters/notesMaster1.xml" Id="R0a2e781fca224b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el cierre del proyecto Rain in Australia, desarrollado por Benjamín Araya, Alan Cañete, Patricio Cortez y Jorge Guaico. Nuestra pregunta es cómo usar las condiciones meteorológicas disponibles para identificar lluvia al día siguiente. Integramos descripción, remuestreo y clasificación, manteniendo la trazabilidad entre las tres sumativas. El objetivo no es mostrar únicamente un indicador alto: también debemos explicar qué días dejamos sin detectar, qué información falta y cuánto cambian las conclusiones al considerar diferencias entre localidades. La propuesta final mejora la detección frente a la Formativa 2, pero conserva limitaciones que comunicaremos durante la exposición.</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00:00–00:40.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sumativa describió asociaciones y calidad del archivo. Identificó, por ejemplo, ausencia de Sunshine cercana al cuarenta y ocho por ciento. La segunda sumativa examinó estabilidad: MaxTemp y Temp3pm resultaron casi redundantes, por lo que conservamos una sola en la clasificación. También mostró que humedad y precipitación mantienen asociación positiva, aunque su magnitud cae al restringir el rango de lluvia. Por eso aquí conservamos extremos plausibles y evaluamos una transformación logarítmica. La Formativa 2 aportó cuatro predictores y una referencia reproducible. Estas evidencias se convierten ahora en decisiones concretas de imputación, selección y evaluación.</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00:40–01:35.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archivo tiene ciento cuarenta y cinco mil cuatrocientas sesenta filas y cuarenta y nueve localidades. Excluimos únicamente las etiquetas futuras ausentes, sin inventarlas. Quedan ciento cuarenta y dos mil ciento noventa y tres respuestas conocidas; aproximadamente veintidós por ciento corresponden a lluvia. Reproducimos la partición estratificada setenta treinta y las métricas de la Formativa 2. Su recall era treinta y nueve coma ochenta y dos por ciento, con cinco mil setecientos cincuenta y cinco omisiones. Esto explica por qué accuracy aislada resulta insuficiente. El conjunto de prueba ya se utilizó en la Formativa 2; esta comparación académica no constituye una validación externa nueva.</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01:35–02:30.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Retomamos explícitamente el análisis de faltantes de la Sumativa 1. Sunshine está ausente en todas las fechas de diecinueve localidades, lo que cuestiona una explicación completamente aleatoria. Comparamos eliminación de casos incompletos, mediana e imputación mediante regresión. La respuesta RainTomorrow nunca participa como predictor de imputación. La partición ocurre antes de ajustar cualquier mediana, regresión o escala. Suponer que relaciones aprendidas en estaciones con observaciones se transportan a estaciones sin Sunshine es una limitación fundamental: el algoritmo puede completar una tabla, pero no demostrar que recuperó la medición que faltaba.</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02:30–03:20.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Construimos dieciséis regresiones OLS, una por variable numérica incompleta, cada una con tres predictores. Priorizamos relaciones de S1 y pares estables de S2. Como la matriz exportada de S1 cubre siete variables, ampliamos las relaciones restantes únicamente con entrenamiento y lo documentamos. En donantes de entrenamiento retenidos para validación, el RMSE de Sunshine baja de tres coma ochenta y dos a dos coma veintitrés horas, una reducción de cuarenta y uno coma setenta y seis por ciento. La regla fijada exigía al menos cinco por ciento de reducción frente a mediana. Los residuos presentan desviaciones; este resultado apoya reconstrucción predictiva, no normalidad ni certeza sobre valores ausentes.</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03:20–04:10.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Comparamos tres procedimientos logísticos. El primero conserva los cuatro predictores de la Formativa 2. El segundo aplica stepwise AIC a ocho candidatos, incorporando viento, presión, humedad matinal y nubosidad. El tercero busca un modelo reducido mediante BIC entre subconjuntos de uno a tres predictores del primero. Declaramos esa restricción: no representa el mínimo BIC de toda combinación imaginable. La validación tiene cinco pliegues dentro de entrenamiento y reajusta imputación, escala y selección en cada pliegue. Seleccionamos el mayor AUC fuera de pliegue y fijamos el umbral con F1 de entrenamiento, antes de evaluar prueba.</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04:10–05:00.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procedimiento seleccionado es M2, con ocho predictores y umbral cero coma seis cero tres cuatro. Se reajusta con pesos balanceados: aproximadamente dos coma veintitrés para lluvia y cero coma sesenta y cuatro para ausencia. En prueba alcanza AUC cero coma ocho seis uno nueve, recall sesenta y ocho coma veintiséis por ciento y F1 cero coma seis dos siete. Detecta seis mil quinientos veintiocho días lluviosos y omite tres mil treinta y cinco. El recall mejora veintiocho coma cuarenta y cuatro puntos frente a la referencia. Sin embargo, hay cuatro mil setecientas treinta y dos falsas alertas y accuracy disminuye cerca de un punto porcentual. La mejora requiere valorar ese intercambio.</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05:00–05:50.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curvas ROC comparan discriminación a distintos umbrales. M2 presenta mayor AUC que las otras dos especificaciones, de acuerdo con la elección realizada dentro de entrenamiento. AUC no es el porcentaje de clasificaciones correctas ni garantiza probabilidades calibradas. Al ponderar clases cambiamos el objetivo del ajuste: el score permite ordenar y aplicar el umbral seleccionado, pero no debe comunicarse directamente como probabilidad meteorológica. Los diagnósticos muestran VIF máximo cercano a tres, sin la redundancia extrema descartada. También detectan desviaciones de linealidad del logit en algunas variables. Las reconocemos y distinguimos significancia con muestra grande de la magnitud práctica de esas desviaciones.</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05:50–06:40.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aislar el impacto de imputación mantenemos los mismos predictores y el mismo umbral. La eliminación deja solo dieciocho mil doscientos treinta y cuatro casos de prueba y veintisiete localidades: cubre cuarenta y dos coma setenta y cuatro por ciento. Su AUC aparentemente superior describe otra población. Al comparar exactamente los mismos casos completos, las tres estrategias tienen AUC muy cercanas, alrededor de cero coma ochenta y ocho. También publicamos coeficientes e intervalos en una escala común. Elegimos regresión por reconstrucción interna y cobertura, no porque una diferencia pequeña en prueba demuestre superioridad universal. La mediana permanece como referencia de sensibilidad.</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06:40–07:30.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estabilidad se evalúa mediante dos mil remuestras válidas de las cuarenta y nueve localidades de entrenamiento. Cada localidad conserva juntos todos sus registros, y se reajustan imputaciones, escala, pesos y regresión logística. Las listas de predictores quedan fijas, por lo que los intervalos son condicionales a esa selección. Para humedad vespertina, el odds ratio por una desviación de referencia es dos coma cuarenta y seis, con intervalo bootstrap aproximado entre dos coma veintitrés y dos coma setenta y nueve. MaxTemp es el contraste principal: el intervalo bootstrap incluye uno, aunque el convencional no. Independencia entre localidades y representatividad nacional continúan como supuestos no demostrados.</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07:30–08:20.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Atendemos además la retroalimentación de S2: una simulación debe relacionarse con una decisión. Formulamos un escenario hipotético de treinta días y una tolerancia de cinco por ciento a exceder la capacidad. Calibramos frecuencias de lluvia solo en entrenamiento para humedad al menos setenta por ciento y para humedad menor. Diez mil simulaciones por grupo entregan capacidades de referencia de veintidós y siete días lluviosos. Contrastamos medias con el cálculo binomial y publicamos error Monte Carlo y convergencia. El ejercicio supone días independientes y probabilidades fijas: orienta cómo traducir incertidumbre en reserva de recursos, pero no pronostica treinta fechas reales ni incorpora costos observados.</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08:20–09:10.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Concluimos con tres decisiones. Primero, utilizar M2 como especificación académica de referencia y comunicar recall junto con falsas alertas. Segundo, conservar comparación de imputaciones y revisar especialmente estaciones sin Sunshine observado. Tercero, interpretar con cautela MaxTemp y revisar las localidades más influyentes del nuevo ajuste: MountGinini, Wollongong y Ballarat. La progresión es explícita: S1 caracteriza, S2 contrasta estabilidad y S3 integra decisiones predictivas e incertidumbre. El notebook se ejecutó completo dos veces, con veintidós controles correctos y resultados numéricos idénticos. Antes de una aplicación operativa se requiere calibración y validación temporal y geográfica. La reproducción Windows y la grabación grupal se acreditan por separado.</a:t>
            </a:r>
          </a:p>
          <a:p xmlns:a="http://schemas.openxmlformats.org/drawingml/2006/main">
            <a:r>
              <a:t/>
            </a:r>
          </a:p>
          <a:p xmlns:a="http://schemas.openxmlformats.org/drawingml/2006/main">
            <a:r>
              <a:t>Fuente: resultados_validados_s3.json; tablas/figuras del notebook maestro.</a:t>
            </a:r>
          </a:p>
          <a:p xmlns:a="http://schemas.openxmlformats.org/drawingml/2006/main">
            <a:r>
              <a:t>Tiempo planificado: 09:10–10:00. No acredita una grabación.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899a50dc1e43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423f45734346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c670fa5d1546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c5d8f791924f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94c1388bc445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f9959d3cb64a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E6E2E4-338E-4327-A966-E8E68B0C88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0F94A8-FD05-4821-BF35-729D759BBC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72BAB3-C671-481C-8CEF-D45E54019B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BEE1FC-69D6-4EAE-9A45-CAC5DA8FE4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09CBBF-9ADA-429B-80F1-782C415670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38B319-FE20-4F9C-85D8-695060579D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4B2BA0-D550-4791-ADE2-14092D5017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9DC9D0A-B854-4B60-AF50-0C7C030DA29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45F800-DDA6-4A01-ADE1-C77FAE519B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648ABA-59CF-4214-B9FE-8736DF75D9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b253a3750e4953" /><Relationship Type="http://schemas.openxmlformats.org/officeDocument/2006/relationships/slideLayout" Target="/ppt/slideLayouts/slideLayout1.xml" Id="R21ff86bd669b441e" /><Relationship Type="http://schemas.openxmlformats.org/officeDocument/2006/relationships/slideLayout" Target="/ppt/slideLayouts/slideLayout2.xml" Id="Re76d5ef0151c42d6" /><Relationship Type="http://schemas.openxmlformats.org/officeDocument/2006/relationships/slideLayout" Target="/ppt/slideLayouts/slideLayout3.xml" Id="R78fb42add2434177" /><Relationship Type="http://schemas.openxmlformats.org/officeDocument/2006/relationships/slideLayout" Target="/ppt/slideLayouts/slideLayout4.xml" Id="R9faeb4f1a5684036" /><Relationship Type="http://schemas.openxmlformats.org/officeDocument/2006/relationships/slideLayout" Target="/ppt/slideLayouts/slideLayout5.xml" Id="Ra6139c5f948748ef" /><Relationship Type="http://schemas.openxmlformats.org/officeDocument/2006/relationships/slideLayout" Target="/ppt/slideLayouts/slideLayout6.xml" Id="Rbe19fa0dfaf047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ff86bd669b441e"/>
    <p:sldLayoutId xmlns:r="http://schemas.openxmlformats.org/officeDocument/2006/relationships" id="2147483650" r:id="Re76d5ef0151c42d6"/>
    <p:sldLayoutId xmlns:r="http://schemas.openxmlformats.org/officeDocument/2006/relationships" id="2147483651" r:id="R78fb42add2434177"/>
    <p:sldLayoutId xmlns:r="http://schemas.openxmlformats.org/officeDocument/2006/relationships" id="2147483652" r:id="R9faeb4f1a5684036"/>
    <p:sldLayoutId xmlns:r="http://schemas.openxmlformats.org/officeDocument/2006/relationships" id="2147483653" r:id="Ra6139c5f948748ef"/>
    <p:sldLayoutId xmlns:r="http://schemas.openxmlformats.org/officeDocument/2006/relationships" id="2147483654" r:id="Rbe19fa0dfaf047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c3d339b8794ce7" /><Relationship Type="http://schemas.openxmlformats.org/officeDocument/2006/relationships/image" Target="/ppt/media/image.jpeg" Id="R827ad4a899894782" /><Relationship Type="http://schemas.openxmlformats.org/officeDocument/2006/relationships/notesSlide" Target="/ppt/notesSlides/notesSlide1.xml" Id="Re2058656eeaf4f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40f4a2a8b94f84" /><Relationship Type="http://schemas.openxmlformats.org/officeDocument/2006/relationships/notesSlide" Target="/ppt/notesSlides/notesSlide2.xml" Id="R753b8b6ea1ca40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95fbce49bb4482" /><Relationship Type="http://schemas.openxmlformats.org/officeDocument/2006/relationships/chart" Target="/ppt/slides/charts/chart1.xml" Id="R662e93442a3c44e6" /><Relationship Type="http://schemas.openxmlformats.org/officeDocument/2006/relationships/notesSlide" Target="/ppt/notesSlides/notesSlide3.xml" Id="Rfaf4ee43f3b847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ec89f46f9f4ecb" /><Relationship Type="http://schemas.openxmlformats.org/officeDocument/2006/relationships/chart" Target="/ppt/slides/charts/chart2.xml" Id="Rc28a3e97acdc4f06" /><Relationship Type="http://schemas.openxmlformats.org/officeDocument/2006/relationships/notesSlide" Target="/ppt/notesSlides/notesSlide4.xml" Id="R6a77b910968b47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ced21e96b241df" /><Relationship Type="http://schemas.openxmlformats.org/officeDocument/2006/relationships/chart" Target="/ppt/slides/charts/chart3.xml" Id="R536f5501eb7b48fe" /><Relationship Type="http://schemas.openxmlformats.org/officeDocument/2006/relationships/notesSlide" Target="/ppt/notesSlides/notesSlide5.xml" Id="Ra9f34ff8d97146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f6e40c931b47ce" /><Relationship Type="http://schemas.openxmlformats.org/officeDocument/2006/relationships/notesSlide" Target="/ppt/notesSlides/notesSlide6.xml" Id="R93261264573c4c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6874b6a678452b" /><Relationship Type="http://schemas.openxmlformats.org/officeDocument/2006/relationships/chart" Target="/ppt/slides/charts/chart4.xml" Id="Rf1f01c1e1abc4b0d" /><Relationship Type="http://schemas.openxmlformats.org/officeDocument/2006/relationships/notesSlide" Target="/ppt/notesSlides/notesSlide7.xml" Id="Rb835cd7794c34d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18fbb4f26447f9" /><Relationship Type="http://schemas.openxmlformats.org/officeDocument/2006/relationships/chart" Target="/ppt/slides/charts/chart5.xml" Id="Rd7b551bb58b74c2c" /><Relationship Type="http://schemas.openxmlformats.org/officeDocument/2006/relationships/notesSlide" Target="/ppt/notesSlides/notesSlide8.xml" Id="Rd23c92d0cf154f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4bbfedc9e94705" /><Relationship Type="http://schemas.openxmlformats.org/officeDocument/2006/relationships/notesSlide" Target="/ppt/notesSlides/notesSlide9.xml" Id="Rda63cf6aafa547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bd0684e4fe46ef" /><Relationship Type="http://schemas.openxmlformats.org/officeDocument/2006/relationships/notesSlide" Target="/ppt/notesSlides/notesSlide10.xml" Id="R1474060d136a43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fdc4ca08dc4468" /><Relationship Type="http://schemas.openxmlformats.org/officeDocument/2006/relationships/chart" Target="/ppt/slides/charts/chart6.xml" Id="R7a8c6faf7811426e" /><Relationship Type="http://schemas.openxmlformats.org/officeDocument/2006/relationships/notesSlide" Target="/ppt/notesSlides/notesSlide11.xml" Id="R4b027b5a23b144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b9e26534d94a16" /><Relationship Type="http://schemas.openxmlformats.org/officeDocument/2006/relationships/notesSlide" Target="/ppt/notesSlides/notesSlide12.xml" Id="R47e1affb65f548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73B59"/>
                </a:solidFill>
                <a:latin typeface="Nimbus Sans"/>
                <a:ea typeface="Nimbus Sans"/>
                <a:cs typeface="Nimbus Sans"/>
              </a:rPr>
              <a:t>Respuesta conocida: 142.193 registros</a:t>
            </a:r>
          </a:p>
        </c:rich>
      </c:tx>
      <c:overlay val="0"/>
      <c:txPr>
        <a:bodyPr xmlns:a="http://schemas.openxmlformats.org/drawingml/2006/main" anchorCtr="1"/>
        <a:lstStyle xmlns:a="http://schemas.openxmlformats.org/drawingml/2006/main"/>
        <a:p xmlns:a="http://schemas.openxmlformats.org/drawingml/2006/main">
          <a:pPr>
            <a:defRPr sz="1725" b="1">
              <a:solidFill>
                <a:srgbClr val="173B59"/>
              </a:solidFill>
              <a:latin typeface="Nimbus Sans"/>
              <a:ea typeface="Nimbus Sans"/>
              <a:cs typeface="Nimbus Sans"/>
            </a:defRPr>
          </a:pPr>
        </a:p>
      </c:txPr>
    </c:title>
    <c:plotArea>
      <c:barChart>
        <c:barDir val="col"/>
        <c:grouping val="clustered"/>
        <c:varyColors val="0"/>
        <c:ser>
          <c:idx val="0"/>
          <c:order val="0"/>
          <c:tx>
            <c:v>Observaciones</c:v>
          </c:tx>
          <c:spPr>
            <a:solidFill xmlns:a="http://schemas.openxmlformats.org/drawingml/2006/main">
              <a:srgbClr val="173B59"/>
            </a:solidFill>
          </c:spPr>
          <c:invertIfNegative val="0"/>
          <c:cat>
            <c:strRef>
              <c:f>'Chart Data'!$A$2:$A$3</c:f>
              <c:strCache>
                <c:ptCount val="2"/>
                <c:pt idx="0">
                  <c:v>No llueve</c:v>
                </c:pt>
                <c:pt idx="1">
                  <c:v>Sí llueve</c:v>
                </c:pt>
              </c:strCache>
            </c:strRef>
          </c:cat>
          <c:val>
            <c:numRef>
              <c:f>'Chart Data'!$B$2:$B$3</c:f>
              <c:numCache>
                <c:formatCode>#,##0</c:formatCode>
                <c:ptCount val="2"/>
                <c:pt idx="0">
                  <c:v>110316</c:v>
                </c:pt>
                <c:pt idx="1">
                  <c:v>31877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72768"/>
      </c:catAx>
      <c:valAx>
        <c:axId val="48672768"/>
        <c:scaling>
          <c:orientation val="minMax"/>
          <c:max val="125000"/>
          <c:min val="0"/>
        </c:scaling>
        <c:delete val="0"/>
        <c:axPos val="l"/>
        <c:majorGridlines>
          <c:spPr>
            <a:ln xmlns:a="http://schemas.openxmlformats.org/drawingml/2006/main" w="9525">
              <a:solidFill>
                <a:srgbClr val="DB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73B59"/>
                </a:solidFill>
                <a:latin typeface="Nimbus Sans"/>
                <a:ea typeface="Nimbus Sans"/>
                <a:cs typeface="Nimbus Sans"/>
              </a:rPr>
              <a:t>Localidades y medición de Sunshine</a:t>
            </a:r>
          </a:p>
        </c:rich>
      </c:tx>
      <c:overlay val="0"/>
      <c:txPr>
        <a:bodyPr xmlns:a="http://schemas.openxmlformats.org/drawingml/2006/main" anchorCtr="1"/>
        <a:lstStyle xmlns:a="http://schemas.openxmlformats.org/drawingml/2006/main"/>
        <a:p xmlns:a="http://schemas.openxmlformats.org/drawingml/2006/main">
          <a:pPr>
            <a:defRPr sz="1725" b="1">
              <a:solidFill>
                <a:srgbClr val="173B59"/>
              </a:solidFill>
              <a:latin typeface="Nimbus Sans"/>
              <a:ea typeface="Nimbus Sans"/>
              <a:cs typeface="Nimbus Sans"/>
            </a:defRPr>
          </a:pPr>
        </a:p>
      </c:txPr>
    </c:title>
    <c:plotArea>
      <c:barChart>
        <c:barDir val="col"/>
        <c:varyColors val="0"/>
        <c:ser>
          <c:idx val="0"/>
          <c:order val="0"/>
          <c:tx>
            <c:v>Localidades</c:v>
          </c:tx>
          <c:spPr>
            <a:solidFill xmlns:a="http://schemas.openxmlformats.org/drawingml/2006/main">
              <a:srgbClr val="138397"/>
            </a:solidFill>
          </c:spPr>
          <c:invertIfNegative val="0"/>
          <c:cat>
            <c:strRef>
              <c:f>'Chart Data'!$A$2:$A$3</c:f>
              <c:strCache>
                <c:ptCount val="2"/>
                <c:pt idx="0">
                  <c:v>Con observaciones</c:v>
                </c:pt>
                <c:pt idx="1">
                  <c:v>Sin observaciones</c:v>
                </c:pt>
              </c:strCache>
            </c:strRef>
          </c:cat>
          <c:val>
            <c:numRef>
              <c:f>'Chart Data'!$B$2:$B$3</c:f>
              <c:numCache>
                <c:formatCode>General</c:formatCode>
                <c:ptCount val="2"/>
                <c:pt idx="0">
                  <c:v>30</c:v>
                </c:pt>
                <c:pt idx="1">
                  <c:v>19</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72768"/>
      </c:catAx>
      <c:valAx>
        <c:axId val="48672768"/>
        <c:scaling>
          <c:orientation val="minMax"/>
          <c:max val="35"/>
          <c:min val="0"/>
        </c:scaling>
        <c:delete val="0"/>
        <c:axPos val="l"/>
        <c:majorGridlines>
          <c:spPr>
            <a:ln xmlns:a="http://schemas.openxmlformats.org/drawingml/2006/main" w="9525">
              <a:solidFill>
                <a:srgbClr val="DBE3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73B59"/>
                </a:solidFill>
                <a:latin typeface="Nimbus Sans"/>
                <a:ea typeface="Nimbus Sans"/>
                <a:cs typeface="Nimbus Sans"/>
              </a:rPr>
              <a:t>Sunshine: RMSE en donantes retenidos (horas)</a:t>
            </a:r>
          </a:p>
        </c:rich>
      </c:tx>
      <c:overlay val="0"/>
      <c:txPr>
        <a:bodyPr xmlns:a="http://schemas.openxmlformats.org/drawingml/2006/main" anchorCtr="1"/>
        <a:lstStyle xmlns:a="http://schemas.openxmlformats.org/drawingml/2006/main"/>
        <a:p xmlns:a="http://schemas.openxmlformats.org/drawingml/2006/main">
          <a:pPr>
            <a:defRPr sz="1725" b="1">
              <a:solidFill>
                <a:srgbClr val="173B59"/>
              </a:solidFill>
              <a:latin typeface="Nimbus Sans"/>
              <a:ea typeface="Nimbus Sans"/>
              <a:cs typeface="Nimbus Sans"/>
            </a:defRPr>
          </a:pPr>
        </a:p>
      </c:txPr>
    </c:title>
    <c:plotArea>
      <c:barChart>
        <c:barDir val="col"/>
        <c:varyColors val="0"/>
        <c:ser>
          <c:idx val="0"/>
          <c:order val="0"/>
          <c:tx>
            <c:v>RMSE</c:v>
          </c:tx>
          <c:spPr>
            <a:solidFill xmlns:a="http://schemas.openxmlformats.org/drawingml/2006/main">
              <a:srgbClr val="138397"/>
            </a:solidFill>
          </c:spPr>
          <c:invertIfNegative val="0"/>
          <c:cat>
            <c:strRef>
              <c:f>'Chart Data'!$A$2:$A$3</c:f>
              <c:strCache>
                <c:ptCount val="2"/>
                <c:pt idx="0">
                  <c:v>Mediana</c:v>
                </c:pt>
                <c:pt idx="1">
                  <c:v>Regresión</c:v>
                </c:pt>
              </c:strCache>
            </c:strRef>
          </c:cat>
          <c:val>
            <c:numRef>
              <c:f>'Chart Data'!$B$2:$B$3</c:f>
              <c:numCache>
                <c:formatCode>General</c:formatCode>
                <c:ptCount val="2"/>
                <c:pt idx="0">
                  <c:v>3.82160886993</c:v>
                </c:pt>
                <c:pt idx="1">
                  <c:v>2.22566438544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72768"/>
      </c:catAx>
      <c:valAx>
        <c:axId val="48672768"/>
        <c:scaling>
          <c:orientation val="minMax"/>
          <c:max val="4.5"/>
          <c:min val="0"/>
        </c:scaling>
        <c:delete val="0"/>
        <c:axPos val="l"/>
        <c:majorGridlines>
          <c:spPr>
            <a:ln xmlns:a="http://schemas.openxmlformats.org/drawingml/2006/main" w="9525">
              <a:solidFill>
                <a:srgbClr val="DBE3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50112"/>
        <c:crossBetween val="between"/>
        <c:majorUnit val="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73B59"/>
                </a:solidFill>
                <a:latin typeface="Nimbus Sans"/>
                <a:ea typeface="Nimbus Sans"/>
                <a:cs typeface="Nimbus Sans"/>
              </a:rPr>
              <a:t>Prueba: desempeño con umbral F1 OOF</a:t>
            </a:r>
          </a:p>
        </c:rich>
      </c:tx>
      <c:overlay val="0"/>
      <c:txPr>
        <a:bodyPr xmlns:a="http://schemas.openxmlformats.org/drawingml/2006/main" anchorCtr="1"/>
        <a:lstStyle xmlns:a="http://schemas.openxmlformats.org/drawingml/2006/main"/>
        <a:p xmlns:a="http://schemas.openxmlformats.org/drawingml/2006/main">
          <a:pPr>
            <a:defRPr sz="1725" b="1">
              <a:solidFill>
                <a:srgbClr val="173B59"/>
              </a:solidFill>
              <a:latin typeface="Nimbus Sans"/>
              <a:ea typeface="Nimbus Sans"/>
              <a:cs typeface="Nimbus Sans"/>
            </a:defRPr>
          </a:pPr>
        </a:p>
      </c:txPr>
    </c:title>
    <c:plotArea>
      <c:barChart>
        <c:barDir val="col"/>
        <c:grouping val="clustered"/>
        <c:varyColors val="0"/>
        <c:ser>
          <c:idx val="0"/>
          <c:order val="0"/>
          <c:tx>
            <c:v>Precision</c:v>
          </c:tx>
          <c:spPr>
            <a:solidFill xmlns:a="http://schemas.openxmlformats.org/drawingml/2006/main">
              <a:srgbClr val="173B59"/>
            </a:solidFill>
          </c:spPr>
          <c:invertIfNegative val="0"/>
          <c:cat>
            <c:strRef>
              <c:f>'Chart Data'!$A$2:$A$4</c:f>
              <c:strCache>
                <c:ptCount val="3"/>
                <c:pt idx="0">
                  <c:v>M1</c:v>
                </c:pt>
                <c:pt idx="1">
                  <c:v>M2</c:v>
                </c:pt>
                <c:pt idx="2">
                  <c:v>M3</c:v>
                </c:pt>
              </c:strCache>
            </c:strRef>
          </c:cat>
          <c:val>
            <c:numRef>
              <c:f>'Chart Data'!$B$2:$B$4</c:f>
              <c:numCache>
                <c:formatCode>0%</c:formatCode>
                <c:ptCount val="3"/>
                <c:pt idx="0">
                  <c:v>0.508171888703</c:v>
                </c:pt>
                <c:pt idx="1">
                  <c:v>0.579751332149</c:v>
                </c:pt>
                <c:pt idx="2">
                  <c:v>0.517618570474</c:v>
                </c:pt>
              </c:numCache>
            </c:numRef>
          </c:val>
        </c:ser>
        <c:ser>
          <c:idx val="1"/>
          <c:order val="1"/>
          <c:tx>
            <c:v>Recall</c:v>
          </c:tx>
          <c:spPr>
            <a:solidFill xmlns:a="http://schemas.openxmlformats.org/drawingml/2006/main">
              <a:srgbClr val="138397"/>
            </a:solidFill>
          </c:spPr>
          <c:invertIfNegative val="0"/>
          <c:cat>
            <c:strRef>
              <c:f>'Chart Data'!$C$2:$C$4</c:f>
              <c:strCache>
                <c:ptCount val="3"/>
                <c:pt idx="0">
                  <c:v>M1</c:v>
                </c:pt>
                <c:pt idx="1">
                  <c:v>M2</c:v>
                </c:pt>
                <c:pt idx="2">
                  <c:v>M3</c:v>
                </c:pt>
              </c:strCache>
            </c:strRef>
          </c:cat>
          <c:val>
            <c:numRef>
              <c:f>'Chart Data'!$D$2:$D$4</c:f>
              <c:numCache>
                <c:formatCode>0%</c:formatCode>
                <c:ptCount val="3"/>
                <c:pt idx="0">
                  <c:v>0.666527240406</c:v>
                </c:pt>
                <c:pt idx="1">
                  <c:v>0.682630973544</c:v>
                </c:pt>
                <c:pt idx="2">
                  <c:v>0.648227543658</c:v>
                </c:pt>
              </c:numCache>
            </c:numRef>
          </c:val>
        </c:ser>
        <c:ser>
          <c:idx val="2"/>
          <c:order val="2"/>
          <c:tx>
            <c:v>F1</c:v>
          </c:tx>
          <c:spPr>
            <a:solidFill xmlns:a="http://schemas.openxmlformats.org/drawingml/2006/main">
              <a:srgbClr val="C77D24"/>
            </a:solidFill>
          </c:spPr>
          <c:invertIfNegative val="0"/>
          <c:cat>
            <c:strRef>
              <c:f>'Chart Data'!$E$2:$E$4</c:f>
              <c:strCache>
                <c:ptCount val="3"/>
                <c:pt idx="0">
                  <c:v>M1</c:v>
                </c:pt>
                <c:pt idx="1">
                  <c:v>M2</c:v>
                </c:pt>
                <c:pt idx="2">
                  <c:v>M3</c:v>
                </c:pt>
              </c:strCache>
            </c:strRef>
          </c:cat>
          <c:val>
            <c:numRef>
              <c:f>'Chart Data'!$F$2:$F$4</c:f>
              <c:numCache>
                <c:formatCode>0%</c:formatCode>
                <c:ptCount val="3"/>
                <c:pt idx="0">
                  <c:v>0.576676015561</c:v>
                </c:pt>
                <c:pt idx="1">
                  <c:v>0.6269989915</c:v>
                </c:pt>
                <c:pt idx="2">
                  <c:v>0.575607038395</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showLegendKey val="0"/>
          <c:showVal val="0"/>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72768"/>
      </c:catAx>
      <c:valAx>
        <c:axId val="48672768"/>
        <c:scaling>
          <c:orientation val="minMax"/>
          <c:max val="1"/>
          <c:min val="0"/>
        </c:scaling>
        <c:delete val="0"/>
        <c:axPos val="l"/>
        <c:majorGridlines>
          <c:spPr>
            <a:ln xmlns:a="http://schemas.openxmlformats.org/drawingml/2006/main" w="9525">
              <a:solidFill>
                <a:srgbClr val="DB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73B59"/>
                </a:solidFill>
                <a:latin typeface="Nimbus Sans"/>
                <a:ea typeface="Nimbus Sans"/>
                <a:cs typeface="Nimbus Sans"/>
              </a:rPr>
              <a:t>Curvas ROC en prueba</a:t>
            </a:r>
          </a:p>
        </c:rich>
      </c:tx>
      <c:overlay val="0"/>
      <c:txPr>
        <a:bodyPr xmlns:a="http://schemas.openxmlformats.org/drawingml/2006/main" anchorCtr="1"/>
        <a:lstStyle xmlns:a="http://schemas.openxmlformats.org/drawingml/2006/main"/>
        <a:p xmlns:a="http://schemas.openxmlformats.org/drawingml/2006/main">
          <a:pPr>
            <a:defRPr sz="1725" b="1">
              <a:solidFill>
                <a:srgbClr val="173B59"/>
              </a:solidFill>
              <a:latin typeface="Nimbus Sans"/>
              <a:ea typeface="Nimbus Sans"/>
              <a:cs typeface="Nimbus Sans"/>
            </a:defRPr>
          </a:pPr>
        </a:p>
      </c:txPr>
    </c:title>
    <c:plotArea>
      <c:scatterChart>
        <c:scatterStyle val="line"/>
        <c:varyColors val="0"/>
        <c:ser>
          <c:idx val="0"/>
          <c:order val="0"/>
          <c:tx>
            <c:v>M1 · 0,8240</c:v>
          </c:tx>
          <c:spPr>
            <a:ln xmlns:a="http://schemas.openxmlformats.org/drawingml/2006/main" w="28575">
              <a:solidFill>
                <a:srgbClr val="173B59"/>
              </a:solidFill>
              <a:prstDash val="solid"/>
            </a:ln>
          </c:spPr>
          <c:marker>
            <c:symbol val="none"/>
          </c:marker>
          <c:xVal>
            <c:numRef>
              <c:f>'Chart Data'!$A$2:$A$181</c:f>
              <c:numCache>
                <c:formatCode>General</c:formatCode>
                <c:ptCount val="180"/>
                <c:pt idx="0">
                  <c:v>0</c:v>
                </c:pt>
                <c:pt idx="1">
                  <c:v>0.00111799365463</c:v>
                </c:pt>
                <c:pt idx="2">
                  <c:v>0.00238706753286</c:v>
                </c:pt>
                <c:pt idx="3">
                  <c:v>0.00392808581357</c:v>
                </c:pt>
                <c:pt idx="4">
                  <c:v>0.00531802387068</c:v>
                </c:pt>
                <c:pt idx="5">
                  <c:v>0.00667774588306</c:v>
                </c:pt>
                <c:pt idx="6">
                  <c:v>0.00794681976129</c:v>
                </c:pt>
                <c:pt idx="7">
                  <c:v>0.00927632572896</c:v>
                </c:pt>
                <c:pt idx="8">
                  <c:v>0.0107871279649</c:v>
                </c:pt>
                <c:pt idx="9">
                  <c:v>0.0122374981115</c:v>
                </c:pt>
                <c:pt idx="10">
                  <c:v>0.0138389484816</c:v>
                </c:pt>
                <c:pt idx="11">
                  <c:v>0.0153799667624</c:v>
                </c:pt>
                <c:pt idx="12">
                  <c:v>0.0169512010878</c:v>
                </c:pt>
                <c:pt idx="13">
                  <c:v>0.0190058921287</c:v>
                </c:pt>
                <c:pt idx="14">
                  <c:v>0.02048647832</c:v>
                </c:pt>
                <c:pt idx="15">
                  <c:v>0.022208792869</c:v>
                </c:pt>
                <c:pt idx="16">
                  <c:v>0.0238706753286</c:v>
                </c:pt>
                <c:pt idx="17">
                  <c:v>0.0255929898776</c:v>
                </c:pt>
                <c:pt idx="18">
                  <c:v>0.0275570327844</c:v>
                </c:pt>
                <c:pt idx="19">
                  <c:v>0.0295210756912</c:v>
                </c:pt>
                <c:pt idx="20">
                  <c:v>0.0315153346427</c:v>
                </c:pt>
                <c:pt idx="21">
                  <c:v>0.03341894546</c:v>
                </c:pt>
                <c:pt idx="22">
                  <c:v>0.0357153648587</c:v>
                </c:pt>
                <c:pt idx="23">
                  <c:v>0.037739839855</c:v>
                </c:pt>
                <c:pt idx="24">
                  <c:v>0.0399153950748</c:v>
                </c:pt>
                <c:pt idx="25">
                  <c:v>0.0420305182052</c:v>
                </c:pt>
                <c:pt idx="26">
                  <c:v>0.0442362894697</c:v>
                </c:pt>
                <c:pt idx="27">
                  <c:v>0.0459888200635</c:v>
                </c:pt>
                <c:pt idx="28">
                  <c:v>0.0483456715516</c:v>
                </c:pt>
                <c:pt idx="29">
                  <c:v>0.0500075540112</c:v>
                </c:pt>
                <c:pt idx="30">
                  <c:v>0.0522133252757</c:v>
                </c:pt>
                <c:pt idx="31">
                  <c:v>0.0547514730322</c:v>
                </c:pt>
                <c:pt idx="32">
                  <c:v>0.0568968122073</c:v>
                </c:pt>
                <c:pt idx="33">
                  <c:v>0.0589212872035</c:v>
                </c:pt>
                <c:pt idx="34">
                  <c:v>0.0612177066022</c:v>
                </c:pt>
                <c:pt idx="35">
                  <c:v>0.0637256383139</c:v>
                </c:pt>
                <c:pt idx="36">
                  <c:v>0.0668681069648</c:v>
                </c:pt>
                <c:pt idx="37">
                  <c:v>0.0690134461399</c:v>
                </c:pt>
                <c:pt idx="38">
                  <c:v>0.0714609457622</c:v>
                </c:pt>
                <c:pt idx="39">
                  <c:v>0.0740897416528</c:v>
                </c:pt>
                <c:pt idx="40">
                  <c:v>0.0768998338118</c:v>
                </c:pt>
                <c:pt idx="41">
                  <c:v>0.0795286297024</c:v>
                </c:pt>
                <c:pt idx="42">
                  <c:v>0.0826106662638</c:v>
                </c:pt>
                <c:pt idx="43">
                  <c:v>0.0858437830488</c:v>
                </c:pt>
                <c:pt idx="44">
                  <c:v>0.0884423628947</c:v>
                </c:pt>
                <c:pt idx="45">
                  <c:v>0.0909502946064</c:v>
                </c:pt>
                <c:pt idx="46">
                  <c:v>0.0935186584076</c:v>
                </c:pt>
                <c:pt idx="47">
                  <c:v>0.097144583774</c:v>
                </c:pt>
                <c:pt idx="48">
                  <c:v>0.0999848919776</c:v>
                </c:pt>
                <c:pt idx="49">
                  <c:v>0.102462607645</c:v>
                </c:pt>
                <c:pt idx="50">
                  <c:v>0.1061489651</c:v>
                </c:pt>
                <c:pt idx="51">
                  <c:v>0.108928841215</c:v>
                </c:pt>
                <c:pt idx="52">
                  <c:v>0.111678501284</c:v>
                </c:pt>
                <c:pt idx="53">
                  <c:v>0.114518809488</c:v>
                </c:pt>
                <c:pt idx="54">
                  <c:v>0.117208037468</c:v>
                </c:pt>
                <c:pt idx="55">
                  <c:v>0.120138993806</c:v>
                </c:pt>
                <c:pt idx="56">
                  <c:v>0.12291886992</c:v>
                </c:pt>
                <c:pt idx="57">
                  <c:v>0.126272850884</c:v>
                </c:pt>
                <c:pt idx="58">
                  <c:v>0.129143375132</c:v>
                </c:pt>
                <c:pt idx="59">
                  <c:v>0.13258800423</c:v>
                </c:pt>
                <c:pt idx="60">
                  <c:v>0.136788034446</c:v>
                </c:pt>
                <c:pt idx="61">
                  <c:v>0.140081583321</c:v>
                </c:pt>
                <c:pt idx="62">
                  <c:v>0.14340534824</c:v>
                </c:pt>
                <c:pt idx="63">
                  <c:v>0.146245656444</c:v>
                </c:pt>
                <c:pt idx="64">
                  <c:v>0.149418341139</c:v>
                </c:pt>
                <c:pt idx="65">
                  <c:v>0.15307448255</c:v>
                </c:pt>
                <c:pt idx="66">
                  <c:v>0.155733494486</c:v>
                </c:pt>
                <c:pt idx="67">
                  <c:v>0.159087475449</c:v>
                </c:pt>
                <c:pt idx="68">
                  <c:v>0.162471672458</c:v>
                </c:pt>
                <c:pt idx="69">
                  <c:v>0.167427103792</c:v>
                </c:pt>
                <c:pt idx="70">
                  <c:v>0.171717782142</c:v>
                </c:pt>
                <c:pt idx="71">
                  <c:v>0.174981114972</c:v>
                </c:pt>
                <c:pt idx="72">
                  <c:v>0.178002719444</c:v>
                </c:pt>
                <c:pt idx="73">
                  <c:v>0.18162864481</c:v>
                </c:pt>
                <c:pt idx="74">
                  <c:v>0.186009971295</c:v>
                </c:pt>
                <c:pt idx="75">
                  <c:v>0.191056050763</c:v>
                </c:pt>
                <c:pt idx="76">
                  <c:v>0.194681976129</c:v>
                </c:pt>
                <c:pt idx="77">
                  <c:v>0.197794228735</c:v>
                </c:pt>
                <c:pt idx="78">
                  <c:v>0.201269073878</c:v>
                </c:pt>
                <c:pt idx="79">
                  <c:v>0.206012992899</c:v>
                </c:pt>
                <c:pt idx="80">
                  <c:v>0.209397189908</c:v>
                </c:pt>
                <c:pt idx="81">
                  <c:v>0.214775645868</c:v>
                </c:pt>
                <c:pt idx="82">
                  <c:v>0.218794379816</c:v>
                </c:pt>
                <c:pt idx="83">
                  <c:v>0.22208792869</c:v>
                </c:pt>
                <c:pt idx="84">
                  <c:v>0.226862063756</c:v>
                </c:pt>
                <c:pt idx="85">
                  <c:v>0.230367124943</c:v>
                </c:pt>
                <c:pt idx="86">
                  <c:v>0.235957093216</c:v>
                </c:pt>
                <c:pt idx="87">
                  <c:v>0.23931107418</c:v>
                </c:pt>
                <c:pt idx="88">
                  <c:v>0.243360024173</c:v>
                </c:pt>
                <c:pt idx="89">
                  <c:v>0.247560054389</c:v>
                </c:pt>
                <c:pt idx="90">
                  <c:v>0.252122677142</c:v>
                </c:pt>
                <c:pt idx="91">
                  <c:v>0.256141411089</c:v>
                </c:pt>
                <c:pt idx="92">
                  <c:v>0.260311225261</c:v>
                </c:pt>
                <c:pt idx="93">
                  <c:v>0.264601903611</c:v>
                </c:pt>
                <c:pt idx="94">
                  <c:v>0.268590421514</c:v>
                </c:pt>
                <c:pt idx="95">
                  <c:v>0.271823538299</c:v>
                </c:pt>
                <c:pt idx="96">
                  <c:v>0.276839401722</c:v>
                </c:pt>
                <c:pt idx="97">
                  <c:v>0.280797703581</c:v>
                </c:pt>
                <c:pt idx="98">
                  <c:v>0.286025079317</c:v>
                </c:pt>
                <c:pt idx="99">
                  <c:v>0.290043813265</c:v>
                </c:pt>
                <c:pt idx="100">
                  <c:v>0.294032331168</c:v>
                </c:pt>
                <c:pt idx="101">
                  <c:v>0.298746034144</c:v>
                </c:pt>
                <c:pt idx="102">
                  <c:v>0.303641033389</c:v>
                </c:pt>
                <c:pt idx="103">
                  <c:v>0.308475600544</c:v>
                </c:pt>
                <c:pt idx="104">
                  <c:v>0.313038223297</c:v>
                </c:pt>
                <c:pt idx="105">
                  <c:v>0.318477111346</c:v>
                </c:pt>
                <c:pt idx="106">
                  <c:v>0.323190814322</c:v>
                </c:pt>
                <c:pt idx="107">
                  <c:v>0.328629702372</c:v>
                </c:pt>
                <c:pt idx="108">
                  <c:v>0.332527572141</c:v>
                </c:pt>
                <c:pt idx="109">
                  <c:v>0.338298836682</c:v>
                </c:pt>
                <c:pt idx="110">
                  <c:v>0.345369391147</c:v>
                </c:pt>
                <c:pt idx="111">
                  <c:v>0.350989575465</c:v>
                </c:pt>
                <c:pt idx="112">
                  <c:v>0.355521982173</c:v>
                </c:pt>
                <c:pt idx="113">
                  <c:v>0.359842876567</c:v>
                </c:pt>
                <c:pt idx="114">
                  <c:v>0.367850128418</c:v>
                </c:pt>
                <c:pt idx="115">
                  <c:v>0.374044417586</c:v>
                </c:pt>
                <c:pt idx="116">
                  <c:v>0.379302009367</c:v>
                </c:pt>
                <c:pt idx="117">
                  <c:v>0.384197008612</c:v>
                </c:pt>
                <c:pt idx="118">
                  <c:v>0.389515032482</c:v>
                </c:pt>
                <c:pt idx="119">
                  <c:v>0.39519564889</c:v>
                </c:pt>
                <c:pt idx="120">
                  <c:v>0.401269073878</c:v>
                </c:pt>
                <c:pt idx="121">
                  <c:v>0.406647529838</c:v>
                </c:pt>
                <c:pt idx="122">
                  <c:v>0.413627436169</c:v>
                </c:pt>
                <c:pt idx="123">
                  <c:v>0.418975676084</c:v>
                </c:pt>
                <c:pt idx="124">
                  <c:v>0.423931107418</c:v>
                </c:pt>
                <c:pt idx="125">
                  <c:v>0.42970237196</c:v>
                </c:pt>
                <c:pt idx="126">
                  <c:v>0.435926877172</c:v>
                </c:pt>
                <c:pt idx="127">
                  <c:v>0.441214684998</c:v>
                </c:pt>
                <c:pt idx="128">
                  <c:v>0.448073727149</c:v>
                </c:pt>
                <c:pt idx="129">
                  <c:v>0.457501133102</c:v>
                </c:pt>
                <c:pt idx="130">
                  <c:v>0.463483909956</c:v>
                </c:pt>
                <c:pt idx="131">
                  <c:v>0.472397643149</c:v>
                </c:pt>
                <c:pt idx="132">
                  <c:v>0.479981870373</c:v>
                </c:pt>
                <c:pt idx="133">
                  <c:v>0.48732436924</c:v>
                </c:pt>
                <c:pt idx="134">
                  <c:v>0.494546003928</c:v>
                </c:pt>
                <c:pt idx="135">
                  <c:v>0.500347484514</c:v>
                </c:pt>
                <c:pt idx="136">
                  <c:v>0.506874150174</c:v>
                </c:pt>
                <c:pt idx="137">
                  <c:v>0.515213778516</c:v>
                </c:pt>
                <c:pt idx="138">
                  <c:v>0.5207433147</c:v>
                </c:pt>
                <c:pt idx="139">
                  <c:v>0.52778365312</c:v>
                </c:pt>
                <c:pt idx="140">
                  <c:v>0.535821121015</c:v>
                </c:pt>
                <c:pt idx="141">
                  <c:v>0.543254268016</c:v>
                </c:pt>
                <c:pt idx="142">
                  <c:v>0.55089892733</c:v>
                </c:pt>
                <c:pt idx="143">
                  <c:v>0.55793926575</c:v>
                </c:pt>
                <c:pt idx="144">
                  <c:v>0.568091856776</c:v>
                </c:pt>
                <c:pt idx="145">
                  <c:v>0.576491917208</c:v>
                </c:pt>
                <c:pt idx="146">
                  <c:v>0.584348088835</c:v>
                </c:pt>
                <c:pt idx="147">
                  <c:v>0.590421513824</c:v>
                </c:pt>
                <c:pt idx="148">
                  <c:v>0.597764012691</c:v>
                </c:pt>
                <c:pt idx="149">
                  <c:v>0.607161202599</c:v>
                </c:pt>
                <c:pt idx="150">
                  <c:v>0.616497960417</c:v>
                </c:pt>
                <c:pt idx="151">
                  <c:v>0.623870675329</c:v>
                </c:pt>
                <c:pt idx="152">
                  <c:v>0.632452032029</c:v>
                </c:pt>
                <c:pt idx="153">
                  <c:v>0.638978697688</c:v>
                </c:pt>
                <c:pt idx="154">
                  <c:v>0.647680918568</c:v>
                </c:pt>
                <c:pt idx="155">
                  <c:v>0.655023417435</c:v>
                </c:pt>
                <c:pt idx="156">
                  <c:v>0.66363499018</c:v>
                </c:pt>
                <c:pt idx="157">
                  <c:v>0.671007705091</c:v>
                </c:pt>
                <c:pt idx="158">
                  <c:v>0.679528629702</c:v>
                </c:pt>
                <c:pt idx="159">
                  <c:v>0.688079770358</c:v>
                </c:pt>
                <c:pt idx="160">
                  <c:v>0.698171929294</c:v>
                </c:pt>
                <c:pt idx="161">
                  <c:v>0.708143224052</c:v>
                </c:pt>
                <c:pt idx="162">
                  <c:v>0.720078561716</c:v>
                </c:pt>
                <c:pt idx="163">
                  <c:v>0.728508838193</c:v>
                </c:pt>
                <c:pt idx="164">
                  <c:v>0.739084453845</c:v>
                </c:pt>
                <c:pt idx="165">
                  <c:v>0.748753588155</c:v>
                </c:pt>
                <c:pt idx="166">
                  <c:v>0.760024172836</c:v>
                </c:pt>
                <c:pt idx="167">
                  <c:v>0.770750868711</c:v>
                </c:pt>
                <c:pt idx="168">
                  <c:v>0.782897718689</c:v>
                </c:pt>
                <c:pt idx="169">
                  <c:v>0.792053180239</c:v>
                </c:pt>
                <c:pt idx="170">
                  <c:v>0.805499320139</c:v>
                </c:pt>
                <c:pt idx="171">
                  <c:v>0.81722314549</c:v>
                </c:pt>
                <c:pt idx="172">
                  <c:v>0.830276476809</c:v>
                </c:pt>
                <c:pt idx="173">
                  <c:v>0.845233418945</c:v>
                </c:pt>
                <c:pt idx="174">
                  <c:v>0.860492521529</c:v>
                </c:pt>
                <c:pt idx="175">
                  <c:v>0.878078259556</c:v>
                </c:pt>
                <c:pt idx="176">
                  <c:v>0.895482701314</c:v>
                </c:pt>
                <c:pt idx="177">
                  <c:v>0.919746185224</c:v>
                </c:pt>
                <c:pt idx="178">
                  <c:v>0.945611119504</c:v>
                </c:pt>
                <c:pt idx="179">
                  <c:v>1</c:v>
                </c:pt>
              </c:numCache>
            </c:numRef>
          </c:xVal>
          <c:yVal>
            <c:numRef>
              <c:f>'Chart Data'!$B$2:$B$181</c:f>
              <c:numCache>
                <c:formatCode>0.0</c:formatCode>
                <c:ptCount val="180"/>
                <c:pt idx="0">
                  <c:v>0</c:v>
                </c:pt>
                <c:pt idx="1">
                  <c:v>0.0409913207153</c:v>
                </c:pt>
                <c:pt idx="2">
                  <c:v>0.0756038899927</c:v>
                </c:pt>
                <c:pt idx="3">
                  <c:v>0.0977726654815</c:v>
                </c:pt>
                <c:pt idx="4">
                  <c:v>0.123810519711</c:v>
                </c:pt>
                <c:pt idx="5">
                  <c:v>0.145561016417</c:v>
                </c:pt>
                <c:pt idx="6">
                  <c:v>0.163547004078</c:v>
                </c:pt>
                <c:pt idx="7">
                  <c:v>0.178082191781</c:v>
                </c:pt>
                <c:pt idx="8">
                  <c:v>0.192826518875</c:v>
                </c:pt>
                <c:pt idx="9">
                  <c:v>0.212067342884</c:v>
                </c:pt>
                <c:pt idx="10">
                  <c:v>0.226707100282</c:v>
                </c:pt>
                <c:pt idx="11">
                  <c:v>0.240092021332</c:v>
                </c:pt>
                <c:pt idx="12">
                  <c:v>0.253581512078</c:v>
                </c:pt>
                <c:pt idx="13">
                  <c:v>0.266757293736</c:v>
                </c:pt>
                <c:pt idx="14">
                  <c:v>0.276482275437</c:v>
                </c:pt>
                <c:pt idx="15">
                  <c:v>0.288403220747</c:v>
                </c:pt>
                <c:pt idx="16">
                  <c:v>0.299592178187</c:v>
                </c:pt>
                <c:pt idx="17">
                  <c:v>0.3090034508</c:v>
                </c:pt>
                <c:pt idx="18">
                  <c:v>0.319983268849</c:v>
                </c:pt>
                <c:pt idx="19">
                  <c:v>0.330440238419</c:v>
                </c:pt>
                <c:pt idx="20">
                  <c:v>0.338073826205</c:v>
                </c:pt>
                <c:pt idx="21">
                  <c:v>0.347171389731</c:v>
                </c:pt>
                <c:pt idx="22">
                  <c:v>0.354595838126</c:v>
                </c:pt>
                <c:pt idx="23">
                  <c:v>0.362333995608</c:v>
                </c:pt>
                <c:pt idx="24">
                  <c:v>0.370699571264</c:v>
                </c:pt>
                <c:pt idx="25">
                  <c:v>0.378228589355</c:v>
                </c:pt>
                <c:pt idx="26">
                  <c:v>0.38638502562</c:v>
                </c:pt>
                <c:pt idx="27">
                  <c:v>0.392136358883</c:v>
                </c:pt>
                <c:pt idx="28">
                  <c:v>0.399979086061</c:v>
                </c:pt>
                <c:pt idx="29">
                  <c:v>0.406985255673</c:v>
                </c:pt>
                <c:pt idx="30">
                  <c:v>0.413677716198</c:v>
                </c:pt>
                <c:pt idx="31">
                  <c:v>0.421729582767</c:v>
                </c:pt>
                <c:pt idx="32">
                  <c:v>0.428317473596</c:v>
                </c:pt>
                <c:pt idx="33">
                  <c:v>0.436787618948</c:v>
                </c:pt>
                <c:pt idx="34">
                  <c:v>0.444316637039</c:v>
                </c:pt>
                <c:pt idx="35">
                  <c:v>0.450799958172</c:v>
                </c:pt>
                <c:pt idx="36">
                  <c:v>0.457701558088</c:v>
                </c:pt>
                <c:pt idx="37">
                  <c:v>0.464080309526</c:v>
                </c:pt>
                <c:pt idx="38">
                  <c:v>0.470249921573</c:v>
                </c:pt>
                <c:pt idx="39">
                  <c:v>0.476524103315</c:v>
                </c:pt>
                <c:pt idx="40">
                  <c:v>0.482380006274</c:v>
                </c:pt>
                <c:pt idx="41">
                  <c:v>0.487399351668</c:v>
                </c:pt>
                <c:pt idx="42">
                  <c:v>0.492836975844</c:v>
                </c:pt>
                <c:pt idx="43">
                  <c:v>0.500365993935</c:v>
                </c:pt>
                <c:pt idx="44">
                  <c:v>0.507163024156</c:v>
                </c:pt>
                <c:pt idx="45">
                  <c:v>0.513855484681</c:v>
                </c:pt>
                <c:pt idx="46">
                  <c:v>0.520861654293</c:v>
                </c:pt>
                <c:pt idx="47">
                  <c:v>0.527449545122</c:v>
                </c:pt>
                <c:pt idx="48">
                  <c:v>0.532259751124</c:v>
                </c:pt>
                <c:pt idx="49">
                  <c:v>0.537801944996</c:v>
                </c:pt>
                <c:pt idx="50">
                  <c:v>0.543448708564</c:v>
                </c:pt>
                <c:pt idx="51">
                  <c:v>0.548154344871</c:v>
                </c:pt>
                <c:pt idx="52">
                  <c:v>0.554428526613</c:v>
                </c:pt>
                <c:pt idx="53">
                  <c:v>0.559343302311</c:v>
                </c:pt>
                <c:pt idx="54">
                  <c:v>0.565094635575</c:v>
                </c:pt>
                <c:pt idx="55">
                  <c:v>0.571577956708</c:v>
                </c:pt>
                <c:pt idx="56">
                  <c:v>0.577642999059</c:v>
                </c:pt>
                <c:pt idx="57">
                  <c:v>0.582348635365</c:v>
                </c:pt>
                <c:pt idx="58">
                  <c:v>0.587263411063</c:v>
                </c:pt>
                <c:pt idx="59">
                  <c:v>0.593328453414</c:v>
                </c:pt>
                <c:pt idx="60">
                  <c:v>0.598138659417</c:v>
                </c:pt>
                <c:pt idx="61">
                  <c:v>0.602948865419</c:v>
                </c:pt>
                <c:pt idx="62">
                  <c:v>0.607340792638</c:v>
                </c:pt>
                <c:pt idx="63">
                  <c:v>0.611523580466</c:v>
                </c:pt>
                <c:pt idx="64">
                  <c:v>0.617484053121</c:v>
                </c:pt>
                <c:pt idx="65">
                  <c:v>0.622294259124</c:v>
                </c:pt>
                <c:pt idx="66">
                  <c:v>0.627522743909</c:v>
                </c:pt>
                <c:pt idx="67">
                  <c:v>0.632542089303</c:v>
                </c:pt>
                <c:pt idx="68">
                  <c:v>0.637038586218</c:v>
                </c:pt>
                <c:pt idx="69">
                  <c:v>0.641744222524</c:v>
                </c:pt>
                <c:pt idx="70">
                  <c:v>0.646136149744</c:v>
                </c:pt>
                <c:pt idx="71">
                  <c:v>0.65157377392</c:v>
                </c:pt>
                <c:pt idx="72">
                  <c:v>0.656174840531</c:v>
                </c:pt>
                <c:pt idx="73">
                  <c:v>0.661194185925</c:v>
                </c:pt>
                <c:pt idx="74">
                  <c:v>0.666108961623</c:v>
                </c:pt>
                <c:pt idx="75">
                  <c:v>0.670605458538</c:v>
                </c:pt>
                <c:pt idx="76">
                  <c:v>0.674160828192</c:v>
                </c:pt>
                <c:pt idx="77">
                  <c:v>0.67834361602</c:v>
                </c:pt>
                <c:pt idx="78">
                  <c:v>0.68273554324</c:v>
                </c:pt>
                <c:pt idx="79">
                  <c:v>0.68733660985</c:v>
                </c:pt>
                <c:pt idx="80">
                  <c:v>0.691833106766</c:v>
                </c:pt>
                <c:pt idx="81">
                  <c:v>0.696434173377</c:v>
                </c:pt>
                <c:pt idx="82">
                  <c:v>0.700930670292</c:v>
                </c:pt>
                <c:pt idx="83">
                  <c:v>0.705740876294</c:v>
                </c:pt>
                <c:pt idx="84">
                  <c:v>0.710446512601</c:v>
                </c:pt>
                <c:pt idx="85">
                  <c:v>0.714524730733</c:v>
                </c:pt>
                <c:pt idx="86">
                  <c:v>0.719544076127</c:v>
                </c:pt>
                <c:pt idx="87">
                  <c:v>0.723726863955</c:v>
                </c:pt>
                <c:pt idx="88">
                  <c:v>0.728432500261</c:v>
                </c:pt>
                <c:pt idx="89">
                  <c:v>0.733556415351</c:v>
                </c:pt>
                <c:pt idx="90">
                  <c:v>0.737843772875</c:v>
                </c:pt>
                <c:pt idx="91">
                  <c:v>0.74234026979</c:v>
                </c:pt>
                <c:pt idx="92">
                  <c:v>0.746104778835</c:v>
                </c:pt>
                <c:pt idx="93">
                  <c:v>0.749764718185</c:v>
                </c:pt>
                <c:pt idx="94">
                  <c:v>0.754052075708</c:v>
                </c:pt>
                <c:pt idx="95">
                  <c:v>0.758444002928</c:v>
                </c:pt>
                <c:pt idx="96">
                  <c:v>0.761685663495</c:v>
                </c:pt>
                <c:pt idx="97">
                  <c:v>0.766391299801</c:v>
                </c:pt>
                <c:pt idx="98">
                  <c:v>0.770992366412</c:v>
                </c:pt>
                <c:pt idx="99">
                  <c:v>0.774966014849</c:v>
                </c:pt>
                <c:pt idx="100">
                  <c:v>0.778521384503</c:v>
                </c:pt>
                <c:pt idx="101">
                  <c:v>0.781972184461</c:v>
                </c:pt>
                <c:pt idx="102">
                  <c:v>0.785945832898</c:v>
                </c:pt>
                <c:pt idx="103">
                  <c:v>0.790233190421</c:v>
                </c:pt>
                <c:pt idx="104">
                  <c:v>0.793788560075</c:v>
                </c:pt>
                <c:pt idx="105">
                  <c:v>0.797448499425</c:v>
                </c:pt>
                <c:pt idx="106">
                  <c:v>0.80121300847</c:v>
                </c:pt>
                <c:pt idx="107">
                  <c:v>0.804663808428</c:v>
                </c:pt>
                <c:pt idx="108">
                  <c:v>0.808114608386</c:v>
                </c:pt>
                <c:pt idx="109">
                  <c:v>0.811251699258</c:v>
                </c:pt>
                <c:pt idx="110">
                  <c:v>0.81459792952</c:v>
                </c:pt>
                <c:pt idx="111">
                  <c:v>0.817839590087</c:v>
                </c:pt>
                <c:pt idx="112">
                  <c:v>0.821081250654</c:v>
                </c:pt>
                <c:pt idx="113">
                  <c:v>0.824636620307</c:v>
                </c:pt>
                <c:pt idx="114">
                  <c:v>0.82798285057</c:v>
                </c:pt>
                <c:pt idx="115">
                  <c:v>0.832061068702</c:v>
                </c:pt>
                <c:pt idx="116">
                  <c:v>0.835825577748</c:v>
                </c:pt>
                <c:pt idx="117">
                  <c:v>0.838962668619</c:v>
                </c:pt>
                <c:pt idx="118">
                  <c:v>0.842727177664</c:v>
                </c:pt>
                <c:pt idx="119">
                  <c:v>0.846073407926</c:v>
                </c:pt>
                <c:pt idx="120">
                  <c:v>0.849105929102</c:v>
                </c:pt>
                <c:pt idx="121">
                  <c:v>0.852138450277</c:v>
                </c:pt>
                <c:pt idx="122">
                  <c:v>0.855798389627</c:v>
                </c:pt>
                <c:pt idx="123">
                  <c:v>0.858412632019</c:v>
                </c:pt>
                <c:pt idx="124">
                  <c:v>0.862177141065</c:v>
                </c:pt>
                <c:pt idx="125">
                  <c:v>0.86594165011</c:v>
                </c:pt>
                <c:pt idx="126">
                  <c:v>0.868869601589</c:v>
                </c:pt>
                <c:pt idx="127">
                  <c:v>0.872215831852</c:v>
                </c:pt>
                <c:pt idx="128">
                  <c:v>0.87566663181</c:v>
                </c:pt>
                <c:pt idx="129">
                  <c:v>0.878803722681</c:v>
                </c:pt>
                <c:pt idx="130">
                  <c:v>0.881522534769</c:v>
                </c:pt>
                <c:pt idx="131">
                  <c:v>0.884973334728</c:v>
                </c:pt>
                <c:pt idx="132">
                  <c:v>0.88758757712</c:v>
                </c:pt>
                <c:pt idx="133">
                  <c:v>0.891665795253</c:v>
                </c:pt>
                <c:pt idx="134">
                  <c:v>0.894907455819</c:v>
                </c:pt>
                <c:pt idx="135">
                  <c:v>0.897417128516</c:v>
                </c:pt>
                <c:pt idx="136">
                  <c:v>0.900554219387</c:v>
                </c:pt>
                <c:pt idx="137">
                  <c:v>0.903377601171</c:v>
                </c:pt>
                <c:pt idx="138">
                  <c:v>0.906932970825</c:v>
                </c:pt>
                <c:pt idx="139">
                  <c:v>0.909860922305</c:v>
                </c:pt>
                <c:pt idx="140">
                  <c:v>0.912475164697</c:v>
                </c:pt>
                <c:pt idx="141">
                  <c:v>0.91508940709</c:v>
                </c:pt>
                <c:pt idx="142">
                  <c:v>0.917494510091</c:v>
                </c:pt>
                <c:pt idx="143">
                  <c:v>0.920213322179</c:v>
                </c:pt>
                <c:pt idx="144">
                  <c:v>0.922827564572</c:v>
                </c:pt>
                <c:pt idx="145">
                  <c:v>0.925337237269</c:v>
                </c:pt>
                <c:pt idx="146">
                  <c:v>0.928265188748</c:v>
                </c:pt>
                <c:pt idx="147">
                  <c:v>0.931193140228</c:v>
                </c:pt>
                <c:pt idx="148">
                  <c:v>0.933702812925</c:v>
                </c:pt>
                <c:pt idx="149">
                  <c:v>0.936421625013</c:v>
                </c:pt>
                <c:pt idx="150">
                  <c:v>0.938826728014</c:v>
                </c:pt>
                <c:pt idx="151">
                  <c:v>0.941650109798</c:v>
                </c:pt>
                <c:pt idx="152">
                  <c:v>0.943636934017</c:v>
                </c:pt>
                <c:pt idx="153">
                  <c:v>0.946355746105</c:v>
                </c:pt>
                <c:pt idx="154">
                  <c:v>0.948551709715</c:v>
                </c:pt>
                <c:pt idx="155">
                  <c:v>0.950538533933</c:v>
                </c:pt>
                <c:pt idx="156">
                  <c:v>0.952420788456</c:v>
                </c:pt>
                <c:pt idx="157">
                  <c:v>0.954825891457</c:v>
                </c:pt>
                <c:pt idx="158">
                  <c:v>0.957230994458</c:v>
                </c:pt>
                <c:pt idx="159">
                  <c:v>0.959217818676</c:v>
                </c:pt>
                <c:pt idx="160">
                  <c:v>0.961204642894</c:v>
                </c:pt>
                <c:pt idx="161">
                  <c:v>0.963191467113</c:v>
                </c:pt>
                <c:pt idx="162">
                  <c:v>0.965282861027</c:v>
                </c:pt>
                <c:pt idx="163">
                  <c:v>0.967478824637</c:v>
                </c:pt>
                <c:pt idx="164">
                  <c:v>0.969779357942</c:v>
                </c:pt>
                <c:pt idx="165">
                  <c:v>0.971975321552</c:v>
                </c:pt>
                <c:pt idx="166">
                  <c:v>0.974066715466</c:v>
                </c:pt>
                <c:pt idx="167">
                  <c:v>0.975948969988</c:v>
                </c:pt>
                <c:pt idx="168">
                  <c:v>0.978249503294</c:v>
                </c:pt>
                <c:pt idx="169">
                  <c:v>0.980236327512</c:v>
                </c:pt>
                <c:pt idx="170">
                  <c:v>0.981804872948</c:v>
                </c:pt>
                <c:pt idx="171">
                  <c:v>0.98368712747</c:v>
                </c:pt>
                <c:pt idx="172">
                  <c:v>0.985046533515</c:v>
                </c:pt>
                <c:pt idx="173">
                  <c:v>0.987242497124</c:v>
                </c:pt>
                <c:pt idx="174">
                  <c:v>0.989020181951</c:v>
                </c:pt>
                <c:pt idx="175">
                  <c:v>0.990902436474</c:v>
                </c:pt>
                <c:pt idx="176">
                  <c:v>0.992680121301</c:v>
                </c:pt>
                <c:pt idx="177">
                  <c:v>0.994980654606</c:v>
                </c:pt>
                <c:pt idx="178">
                  <c:v>0.997699466695</c:v>
                </c:pt>
                <c:pt idx="179">
                  <c:v>1</c:v>
                </c:pt>
              </c:numCache>
            </c:numRef>
          </c:yVal>
        </c:ser>
        <c:ser>
          <c:idx val="1"/>
          <c:order val="1"/>
          <c:tx>
            <c:v>M2 · 0,8619</c:v>
          </c:tx>
          <c:spPr>
            <a:ln xmlns:a="http://schemas.openxmlformats.org/drawingml/2006/main" w="28575">
              <a:solidFill>
                <a:srgbClr val="138397"/>
              </a:solidFill>
              <a:prstDash val="solid"/>
            </a:ln>
          </c:spPr>
          <c:marker>
            <c:symbol val="none"/>
          </c:marker>
          <c:xVal>
            <c:numRef>
              <c:f>'Chart Data'!$C$2:$C$181</c:f>
              <c:numCache>
                <c:formatCode>General</c:formatCode>
                <c:ptCount val="180"/>
                <c:pt idx="0">
                  <c:v>0</c:v>
                </c:pt>
                <c:pt idx="1">
                  <c:v>0.000846049252153</c:v>
                </c:pt>
                <c:pt idx="2">
                  <c:v>0.00187339477262</c:v>
                </c:pt>
                <c:pt idx="3">
                  <c:v>0.00281009215894</c:v>
                </c:pt>
                <c:pt idx="4">
                  <c:v>0.00380722163469</c:v>
                </c:pt>
                <c:pt idx="5">
                  <c:v>0.00477413506572</c:v>
                </c:pt>
                <c:pt idx="6">
                  <c:v>0.00586191267563</c:v>
                </c:pt>
                <c:pt idx="7">
                  <c:v>0.0067381779725</c:v>
                </c:pt>
                <c:pt idx="8">
                  <c:v>0.00776552349297</c:v>
                </c:pt>
                <c:pt idx="9">
                  <c:v>0.00870222087929</c:v>
                </c:pt>
                <c:pt idx="10">
                  <c:v>0.0097899984892</c:v>
                </c:pt>
                <c:pt idx="11">
                  <c:v>0.0110288563227</c:v>
                </c:pt>
                <c:pt idx="12">
                  <c:v>0.0120864178879</c:v>
                </c:pt>
                <c:pt idx="13">
                  <c:v>0.0131741954978</c:v>
                </c:pt>
                <c:pt idx="14">
                  <c:v>0.0142619731077</c:v>
                </c:pt>
                <c:pt idx="15">
                  <c:v>0.0153799667624</c:v>
                </c:pt>
                <c:pt idx="16">
                  <c:v>0.0167699048195</c:v>
                </c:pt>
                <c:pt idx="17">
                  <c:v>0.0177972503399</c:v>
                </c:pt>
                <c:pt idx="18">
                  <c:v>0.0189454600393</c:v>
                </c:pt>
                <c:pt idx="19">
                  <c:v>0.0202145339175</c:v>
                </c:pt>
                <c:pt idx="20">
                  <c:v>0.0214836077957</c:v>
                </c:pt>
                <c:pt idx="21">
                  <c:v>0.0227224656292</c:v>
                </c:pt>
                <c:pt idx="22">
                  <c:v>0.0240217555522</c:v>
                </c:pt>
                <c:pt idx="23">
                  <c:v>0.0251699652515</c:v>
                </c:pt>
                <c:pt idx="24">
                  <c:v>0.0263786070403</c:v>
                </c:pt>
                <c:pt idx="25">
                  <c:v>0.0276778969633</c:v>
                </c:pt>
                <c:pt idx="26">
                  <c:v>0.0288563227074</c:v>
                </c:pt>
                <c:pt idx="27">
                  <c:v>0.0303671249433</c:v>
                </c:pt>
                <c:pt idx="28">
                  <c:v>0.0317570630005</c:v>
                </c:pt>
                <c:pt idx="29">
                  <c:v>0.0328750566551</c:v>
                </c:pt>
                <c:pt idx="30">
                  <c:v>0.0342952107569</c:v>
                </c:pt>
                <c:pt idx="31">
                  <c:v>0.0357153648587</c:v>
                </c:pt>
                <c:pt idx="32">
                  <c:v>0.0369240066475</c:v>
                </c:pt>
                <c:pt idx="33">
                  <c:v>0.0384348088835</c:v>
                </c:pt>
                <c:pt idx="34">
                  <c:v>0.0401269073878</c:v>
                </c:pt>
                <c:pt idx="35">
                  <c:v>0.0416679256685</c:v>
                </c:pt>
                <c:pt idx="36">
                  <c:v>0.0432693760387</c:v>
                </c:pt>
                <c:pt idx="37">
                  <c:v>0.0446593140958</c:v>
                </c:pt>
                <c:pt idx="38">
                  <c:v>0.0461701163318</c:v>
                </c:pt>
                <c:pt idx="39">
                  <c:v>0.047650702523</c:v>
                </c:pt>
                <c:pt idx="40">
                  <c:v>0.0493125849826</c:v>
                </c:pt>
                <c:pt idx="41">
                  <c:v>0.0508838193081</c:v>
                </c:pt>
                <c:pt idx="42">
                  <c:v>0.0527874301254</c:v>
                </c:pt>
                <c:pt idx="43">
                  <c:v>0.0542075842272</c:v>
                </c:pt>
                <c:pt idx="44">
                  <c:v>0.0558694666868</c:v>
                </c:pt>
                <c:pt idx="45">
                  <c:v>0.0574407010122</c:v>
                </c:pt>
                <c:pt idx="46">
                  <c:v>0.0593745278743</c:v>
                </c:pt>
                <c:pt idx="47">
                  <c:v>0.0613385707811</c:v>
                </c:pt>
                <c:pt idx="48">
                  <c:v>0.062970237196</c:v>
                </c:pt>
                <c:pt idx="49">
                  <c:v>0.0649644961475</c:v>
                </c:pt>
                <c:pt idx="50">
                  <c:v>0.0671098353226</c:v>
                </c:pt>
                <c:pt idx="51">
                  <c:v>0.0687717177821</c:v>
                </c:pt>
                <c:pt idx="52">
                  <c:v>0.0702220879287</c:v>
                </c:pt>
                <c:pt idx="53">
                  <c:v>0.0720954827013</c:v>
                </c:pt>
                <c:pt idx="54">
                  <c:v>0.0741501737423</c:v>
                </c:pt>
                <c:pt idx="55">
                  <c:v>0.0762048647832</c:v>
                </c:pt>
                <c:pt idx="56">
                  <c:v>0.0781084756005</c:v>
                </c:pt>
                <c:pt idx="57">
                  <c:v>0.0799214382837</c:v>
                </c:pt>
                <c:pt idx="58">
                  <c:v>0.0823085058166</c:v>
                </c:pt>
                <c:pt idx="59">
                  <c:v>0.0840006043209</c:v>
                </c:pt>
                <c:pt idx="60">
                  <c:v>0.0863876718538</c:v>
                </c:pt>
                <c:pt idx="61">
                  <c:v>0.089167547968</c:v>
                </c:pt>
                <c:pt idx="62">
                  <c:v>0.0910711587853</c:v>
                </c:pt>
                <c:pt idx="63">
                  <c:v>0.0927028252002</c:v>
                </c:pt>
                <c:pt idx="64">
                  <c:v>0.0945157878834</c:v>
                </c:pt>
                <c:pt idx="65">
                  <c:v>0.0968122072821</c:v>
                </c:pt>
                <c:pt idx="66">
                  <c:v>0.0987460341441</c:v>
                </c:pt>
                <c:pt idx="67">
                  <c:v>0.100679861006</c:v>
                </c:pt>
                <c:pt idx="68">
                  <c:v>0.102855416226</c:v>
                </c:pt>
                <c:pt idx="69">
                  <c:v>0.105212267714</c:v>
                </c:pt>
                <c:pt idx="70">
                  <c:v>0.107115878532</c:v>
                </c:pt>
                <c:pt idx="71">
                  <c:v>0.109895754646</c:v>
                </c:pt>
                <c:pt idx="72">
                  <c:v>0.112705846805</c:v>
                </c:pt>
                <c:pt idx="73">
                  <c:v>0.115183562472</c:v>
                </c:pt>
                <c:pt idx="74">
                  <c:v>0.117298685602</c:v>
                </c:pt>
                <c:pt idx="75">
                  <c:v>0.119625321045</c:v>
                </c:pt>
                <c:pt idx="76">
                  <c:v>0.121680012086</c:v>
                </c:pt>
                <c:pt idx="77">
                  <c:v>0.123462758725</c:v>
                </c:pt>
                <c:pt idx="78">
                  <c:v>0.126061338571</c:v>
                </c:pt>
                <c:pt idx="79">
                  <c:v>0.128508838193</c:v>
                </c:pt>
                <c:pt idx="80">
                  <c:v>0.130775041547</c:v>
                </c:pt>
                <c:pt idx="81">
                  <c:v>0.133403837438</c:v>
                </c:pt>
                <c:pt idx="82">
                  <c:v>0.135488744523</c:v>
                </c:pt>
                <c:pt idx="83">
                  <c:v>0.138268620638</c:v>
                </c:pt>
                <c:pt idx="84">
                  <c:v>0.141864329959</c:v>
                </c:pt>
                <c:pt idx="85">
                  <c:v>0.145127662789</c:v>
                </c:pt>
                <c:pt idx="86">
                  <c:v>0.148965100468</c:v>
                </c:pt>
                <c:pt idx="87">
                  <c:v>0.152077353074</c:v>
                </c:pt>
                <c:pt idx="88">
                  <c:v>0.155401117994</c:v>
                </c:pt>
                <c:pt idx="89">
                  <c:v>0.158543586645</c:v>
                </c:pt>
                <c:pt idx="90">
                  <c:v>0.160447197462</c:v>
                </c:pt>
                <c:pt idx="91">
                  <c:v>0.163257289621</c:v>
                </c:pt>
                <c:pt idx="92">
                  <c:v>0.166339326182</c:v>
                </c:pt>
                <c:pt idx="93">
                  <c:v>0.169088986252</c:v>
                </c:pt>
                <c:pt idx="94">
                  <c:v>0.173258800423</c:v>
                </c:pt>
                <c:pt idx="95">
                  <c:v>0.175917812358</c:v>
                </c:pt>
                <c:pt idx="96">
                  <c:v>0.179453089591</c:v>
                </c:pt>
                <c:pt idx="97">
                  <c:v>0.182142317571</c:v>
                </c:pt>
                <c:pt idx="98">
                  <c:v>0.186674724279</c:v>
                </c:pt>
                <c:pt idx="99">
                  <c:v>0.190089137332</c:v>
                </c:pt>
                <c:pt idx="100">
                  <c:v>0.193654630609</c:v>
                </c:pt>
                <c:pt idx="101">
                  <c:v>0.196404290678</c:v>
                </c:pt>
                <c:pt idx="102">
                  <c:v>0.199697839553</c:v>
                </c:pt>
                <c:pt idx="103">
                  <c:v>0.202840308204</c:v>
                </c:pt>
                <c:pt idx="104">
                  <c:v>0.206103641033</c:v>
                </c:pt>
                <c:pt idx="105">
                  <c:v>0.209880646623</c:v>
                </c:pt>
                <c:pt idx="106">
                  <c:v>0.213204411543</c:v>
                </c:pt>
                <c:pt idx="107">
                  <c:v>0.215500830941</c:v>
                </c:pt>
                <c:pt idx="108">
                  <c:v>0.218582867503</c:v>
                </c:pt>
                <c:pt idx="109">
                  <c:v>0.224988668983</c:v>
                </c:pt>
                <c:pt idx="110">
                  <c:v>0.228433298081</c:v>
                </c:pt>
                <c:pt idx="111">
                  <c:v>0.231998791358</c:v>
                </c:pt>
                <c:pt idx="112">
                  <c:v>0.234446290981</c:v>
                </c:pt>
                <c:pt idx="113">
                  <c:v>0.238102432392</c:v>
                </c:pt>
                <c:pt idx="114">
                  <c:v>0.241607493579</c:v>
                </c:pt>
                <c:pt idx="115">
                  <c:v>0.244810394319</c:v>
                </c:pt>
                <c:pt idx="116">
                  <c:v>0.249373017072</c:v>
                </c:pt>
                <c:pt idx="117">
                  <c:v>0.253693911467</c:v>
                </c:pt>
                <c:pt idx="118">
                  <c:v>0.257470917057</c:v>
                </c:pt>
                <c:pt idx="119">
                  <c:v>0.261217706602</c:v>
                </c:pt>
                <c:pt idx="120">
                  <c:v>0.26517600846</c:v>
                </c:pt>
                <c:pt idx="121">
                  <c:v>0.270071007705</c:v>
                </c:pt>
                <c:pt idx="122">
                  <c:v>0.274512766279</c:v>
                </c:pt>
                <c:pt idx="123">
                  <c:v>0.279317117389</c:v>
                </c:pt>
                <c:pt idx="124">
                  <c:v>0.283275419248</c:v>
                </c:pt>
                <c:pt idx="125">
                  <c:v>0.288261066626</c:v>
                </c:pt>
                <c:pt idx="126">
                  <c:v>0.293125849826</c:v>
                </c:pt>
                <c:pt idx="127">
                  <c:v>0.296600694969</c:v>
                </c:pt>
                <c:pt idx="128">
                  <c:v>0.30185828675</c:v>
                </c:pt>
                <c:pt idx="129">
                  <c:v>0.30672306995</c:v>
                </c:pt>
                <c:pt idx="130">
                  <c:v>0.311134612479</c:v>
                </c:pt>
                <c:pt idx="131">
                  <c:v>0.315395074785</c:v>
                </c:pt>
                <c:pt idx="132">
                  <c:v>0.319836833359</c:v>
                </c:pt>
                <c:pt idx="133">
                  <c:v>0.323704487083</c:v>
                </c:pt>
                <c:pt idx="134">
                  <c:v>0.329022510953</c:v>
                </c:pt>
                <c:pt idx="135">
                  <c:v>0.334491615048</c:v>
                </c:pt>
                <c:pt idx="136">
                  <c:v>0.339175101979</c:v>
                </c:pt>
                <c:pt idx="137">
                  <c:v>0.346124792265</c:v>
                </c:pt>
                <c:pt idx="138">
                  <c:v>0.352137785164</c:v>
                </c:pt>
                <c:pt idx="139">
                  <c:v>0.357727753437</c:v>
                </c:pt>
                <c:pt idx="140">
                  <c:v>0.363650098202</c:v>
                </c:pt>
                <c:pt idx="141">
                  <c:v>0.368968122073</c:v>
                </c:pt>
                <c:pt idx="142">
                  <c:v>0.373863121317</c:v>
                </c:pt>
                <c:pt idx="143">
                  <c:v>0.380268922798</c:v>
                </c:pt>
                <c:pt idx="144">
                  <c:v>0.388578335096</c:v>
                </c:pt>
                <c:pt idx="145">
                  <c:v>0.395860401873</c:v>
                </c:pt>
                <c:pt idx="146">
                  <c:v>0.401571234325</c:v>
                </c:pt>
                <c:pt idx="147">
                  <c:v>0.408279196253</c:v>
                </c:pt>
                <c:pt idx="148">
                  <c:v>0.414805861913</c:v>
                </c:pt>
                <c:pt idx="149">
                  <c:v>0.424565644357</c:v>
                </c:pt>
                <c:pt idx="150">
                  <c:v>0.432512464118</c:v>
                </c:pt>
                <c:pt idx="151">
                  <c:v>0.439401722315</c:v>
                </c:pt>
                <c:pt idx="152">
                  <c:v>0.447892430881</c:v>
                </c:pt>
                <c:pt idx="153">
                  <c:v>0.455537090195</c:v>
                </c:pt>
                <c:pt idx="154">
                  <c:v>0.468137180843</c:v>
                </c:pt>
                <c:pt idx="155">
                  <c:v>0.476869617767</c:v>
                </c:pt>
                <c:pt idx="156">
                  <c:v>0.488230850582</c:v>
                </c:pt>
                <c:pt idx="157">
                  <c:v>0.499259706904</c:v>
                </c:pt>
                <c:pt idx="158">
                  <c:v>0.508536032633</c:v>
                </c:pt>
                <c:pt idx="159">
                  <c:v>0.52016920985</c:v>
                </c:pt>
                <c:pt idx="160">
                  <c:v>0.530110288563</c:v>
                </c:pt>
                <c:pt idx="161">
                  <c:v>0.543919021</c:v>
                </c:pt>
                <c:pt idx="162">
                  <c:v>0.555370901949</c:v>
                </c:pt>
                <c:pt idx="163">
                  <c:v>0.566158029914</c:v>
                </c:pt>
                <c:pt idx="164">
                  <c:v>0.5805408672</c:v>
                </c:pt>
                <c:pt idx="165">
                  <c:v>0.591116482852</c:v>
                </c:pt>
                <c:pt idx="166">
                  <c:v>0.607433147001</c:v>
                </c:pt>
                <c:pt idx="167">
                  <c:v>0.619942589515</c:v>
                </c:pt>
                <c:pt idx="168">
                  <c:v>0.637588759631</c:v>
                </c:pt>
                <c:pt idx="169">
                  <c:v>0.653724127512</c:v>
                </c:pt>
                <c:pt idx="170">
                  <c:v>0.670645112555</c:v>
                </c:pt>
                <c:pt idx="171">
                  <c:v>0.690799214383</c:v>
                </c:pt>
                <c:pt idx="172">
                  <c:v>0.710832452032</c:v>
                </c:pt>
                <c:pt idx="173">
                  <c:v>0.731077201994</c:v>
                </c:pt>
                <c:pt idx="174">
                  <c:v>0.753618371355</c:v>
                </c:pt>
                <c:pt idx="175">
                  <c:v>0.780057410485</c:v>
                </c:pt>
                <c:pt idx="176">
                  <c:v>0.807886387672</c:v>
                </c:pt>
                <c:pt idx="177">
                  <c:v>0.845142770811</c:v>
                </c:pt>
                <c:pt idx="178">
                  <c:v>0.889288412147</c:v>
                </c:pt>
                <c:pt idx="179">
                  <c:v>1</c:v>
                </c:pt>
              </c:numCache>
            </c:numRef>
          </c:xVal>
          <c:yVal>
            <c:numRef>
              <c:f>'Chart Data'!$D$2:$D$181</c:f>
              <c:numCache>
                <c:formatCode>0.0</c:formatCode>
                <c:ptCount val="180"/>
                <c:pt idx="0">
                  <c:v>0</c:v>
                </c:pt>
                <c:pt idx="1">
                  <c:v>0.0624281083342</c:v>
                </c:pt>
                <c:pt idx="2">
                  <c:v>0.100282338178</c:v>
                </c:pt>
                <c:pt idx="3">
                  <c:v>0.130293840845</c:v>
                </c:pt>
                <c:pt idx="4">
                  <c:v>0.149325525463</c:v>
                </c:pt>
                <c:pt idx="5">
                  <c:v>0.163442434383</c:v>
                </c:pt>
                <c:pt idx="6">
                  <c:v>0.180173585695</c:v>
                </c:pt>
                <c:pt idx="7">
                  <c:v>0.192721949179</c:v>
                </c:pt>
                <c:pt idx="8">
                  <c:v>0.208825682317</c:v>
                </c:pt>
                <c:pt idx="9">
                  <c:v>0.220537488236</c:v>
                </c:pt>
                <c:pt idx="10">
                  <c:v>0.231935585067</c:v>
                </c:pt>
                <c:pt idx="11">
                  <c:v>0.245215936422</c:v>
                </c:pt>
                <c:pt idx="12">
                  <c:v>0.254836348426</c:v>
                </c:pt>
                <c:pt idx="13">
                  <c:v>0.264143051344</c:v>
                </c:pt>
                <c:pt idx="14">
                  <c:v>0.274495451218</c:v>
                </c:pt>
                <c:pt idx="15">
                  <c:v>0.284325002614</c:v>
                </c:pt>
                <c:pt idx="16">
                  <c:v>0.295827669141</c:v>
                </c:pt>
                <c:pt idx="17">
                  <c:v>0.303774966015</c:v>
                </c:pt>
                <c:pt idx="18">
                  <c:v>0.31266339015</c:v>
                </c:pt>
                <c:pt idx="19">
                  <c:v>0.321133535501</c:v>
                </c:pt>
                <c:pt idx="20">
                  <c:v>0.330126529332</c:v>
                </c:pt>
                <c:pt idx="21">
                  <c:v>0.337864686814</c:v>
                </c:pt>
                <c:pt idx="22">
                  <c:v>0.344557147339</c:v>
                </c:pt>
                <c:pt idx="23">
                  <c:v>0.352086165429</c:v>
                </c:pt>
                <c:pt idx="24">
                  <c:v>0.358464916867</c:v>
                </c:pt>
                <c:pt idx="25">
                  <c:v>0.367039631915</c:v>
                </c:pt>
                <c:pt idx="26">
                  <c:v>0.376869183311</c:v>
                </c:pt>
                <c:pt idx="27">
                  <c:v>0.385757607445</c:v>
                </c:pt>
                <c:pt idx="28">
                  <c:v>0.393077486145</c:v>
                </c:pt>
                <c:pt idx="29">
                  <c:v>0.399665376974</c:v>
                </c:pt>
                <c:pt idx="30">
                  <c:v>0.406148698107</c:v>
                </c:pt>
                <c:pt idx="31">
                  <c:v>0.411900031371</c:v>
                </c:pt>
                <c:pt idx="32">
                  <c:v>0.419638188853</c:v>
                </c:pt>
                <c:pt idx="33">
                  <c:v>0.427794625118</c:v>
                </c:pt>
                <c:pt idx="34">
                  <c:v>0.433964237164</c:v>
                </c:pt>
                <c:pt idx="35">
                  <c:v>0.441179546168</c:v>
                </c:pt>
                <c:pt idx="36">
                  <c:v>0.449231412737</c:v>
                </c:pt>
                <c:pt idx="37">
                  <c:v>0.456237582349</c:v>
                </c:pt>
                <c:pt idx="38">
                  <c:v>0.462930042874</c:v>
                </c:pt>
                <c:pt idx="39">
                  <c:v>0.467321970093</c:v>
                </c:pt>
                <c:pt idx="40">
                  <c:v>0.472445885182</c:v>
                </c:pt>
                <c:pt idx="41">
                  <c:v>0.478406357837</c:v>
                </c:pt>
                <c:pt idx="42">
                  <c:v>0.485307957754</c:v>
                </c:pt>
                <c:pt idx="43">
                  <c:v>0.49001359406</c:v>
                </c:pt>
                <c:pt idx="44">
                  <c:v>0.494614660671</c:v>
                </c:pt>
                <c:pt idx="45">
                  <c:v>0.501202551501</c:v>
                </c:pt>
                <c:pt idx="46">
                  <c:v>0.50705845446</c:v>
                </c:pt>
                <c:pt idx="47">
                  <c:v>0.512705218028</c:v>
                </c:pt>
                <c:pt idx="48">
                  <c:v>0.517829133117</c:v>
                </c:pt>
                <c:pt idx="49">
                  <c:v>0.523789605772</c:v>
                </c:pt>
                <c:pt idx="50">
                  <c:v>0.528286102687</c:v>
                </c:pt>
                <c:pt idx="51">
                  <c:v>0.532678029907</c:v>
                </c:pt>
                <c:pt idx="52">
                  <c:v>0.537906514692</c:v>
                </c:pt>
                <c:pt idx="53">
                  <c:v>0.543239569173</c:v>
                </c:pt>
                <c:pt idx="54">
                  <c:v>0.548363484262</c:v>
                </c:pt>
                <c:pt idx="55">
                  <c:v>0.552023423612</c:v>
                </c:pt>
                <c:pt idx="56">
                  <c:v>0.557251908397</c:v>
                </c:pt>
                <c:pt idx="57">
                  <c:v>0.562271253791</c:v>
                </c:pt>
                <c:pt idx="58">
                  <c:v>0.566244902227</c:v>
                </c:pt>
                <c:pt idx="59">
                  <c:v>0.570636829447</c:v>
                </c:pt>
                <c:pt idx="60">
                  <c:v>0.575342465753</c:v>
                </c:pt>
                <c:pt idx="61">
                  <c:v>0.579943532364</c:v>
                </c:pt>
                <c:pt idx="62">
                  <c:v>0.584126320192</c:v>
                </c:pt>
                <c:pt idx="63">
                  <c:v>0.588518247412</c:v>
                </c:pt>
                <c:pt idx="64">
                  <c:v>0.592805604936</c:v>
                </c:pt>
                <c:pt idx="65">
                  <c:v>0.597511241242</c:v>
                </c:pt>
                <c:pt idx="66">
                  <c:v>0.601380319983</c:v>
                </c:pt>
                <c:pt idx="67">
                  <c:v>0.606713374464</c:v>
                </c:pt>
                <c:pt idx="68">
                  <c:v>0.613196695598</c:v>
                </c:pt>
                <c:pt idx="69">
                  <c:v>0.617902331904</c:v>
                </c:pt>
                <c:pt idx="70">
                  <c:v>0.622607968211</c:v>
                </c:pt>
                <c:pt idx="71">
                  <c:v>0.627522743909</c:v>
                </c:pt>
                <c:pt idx="72">
                  <c:v>0.631182683258</c:v>
                </c:pt>
                <c:pt idx="73">
                  <c:v>0.637038586218</c:v>
                </c:pt>
                <c:pt idx="74">
                  <c:v>0.641221374046</c:v>
                </c:pt>
                <c:pt idx="75">
                  <c:v>0.645613301265</c:v>
                </c:pt>
                <c:pt idx="76">
                  <c:v>0.649586949702</c:v>
                </c:pt>
                <c:pt idx="77">
                  <c:v>0.653560598139</c:v>
                </c:pt>
                <c:pt idx="78">
                  <c:v>0.657743385967</c:v>
                </c:pt>
                <c:pt idx="79">
                  <c:v>0.662135313186</c:v>
                </c:pt>
                <c:pt idx="80">
                  <c:v>0.666004391927</c:v>
                </c:pt>
                <c:pt idx="81">
                  <c:v>0.669455191885</c:v>
                </c:pt>
                <c:pt idx="82">
                  <c:v>0.673115131235</c:v>
                </c:pt>
                <c:pt idx="83">
                  <c:v>0.677402488759</c:v>
                </c:pt>
                <c:pt idx="84">
                  <c:v>0.681166997804</c:v>
                </c:pt>
                <c:pt idx="85">
                  <c:v>0.685558925024</c:v>
                </c:pt>
                <c:pt idx="86">
                  <c:v>0.689846282547</c:v>
                </c:pt>
                <c:pt idx="87">
                  <c:v>0.693401652201</c:v>
                </c:pt>
                <c:pt idx="88">
                  <c:v>0.697479870334</c:v>
                </c:pt>
                <c:pt idx="89">
                  <c:v>0.701871797553</c:v>
                </c:pt>
                <c:pt idx="90">
                  <c:v>0.706054585381</c:v>
                </c:pt>
                <c:pt idx="91">
                  <c:v>0.710028233818</c:v>
                </c:pt>
                <c:pt idx="92">
                  <c:v>0.714211021646</c:v>
                </c:pt>
                <c:pt idx="93">
                  <c:v>0.718184670083</c:v>
                </c:pt>
                <c:pt idx="94">
                  <c:v>0.722262888215</c:v>
                </c:pt>
                <c:pt idx="95">
                  <c:v>0.725818257869</c:v>
                </c:pt>
                <c:pt idx="96">
                  <c:v>0.729582766914</c:v>
                </c:pt>
                <c:pt idx="97">
                  <c:v>0.733974694134</c:v>
                </c:pt>
                <c:pt idx="98">
                  <c:v>0.737634633483</c:v>
                </c:pt>
                <c:pt idx="99">
                  <c:v>0.741399142528</c:v>
                </c:pt>
                <c:pt idx="100">
                  <c:v>0.745268221269</c:v>
                </c:pt>
                <c:pt idx="101">
                  <c:v>0.748509881836</c:v>
                </c:pt>
                <c:pt idx="102">
                  <c:v>0.75206525149</c:v>
                </c:pt>
                <c:pt idx="103">
                  <c:v>0.75572519084</c:v>
                </c:pt>
                <c:pt idx="104">
                  <c:v>0.759594269581</c:v>
                </c:pt>
                <c:pt idx="105">
                  <c:v>0.76325420893</c:v>
                </c:pt>
                <c:pt idx="106">
                  <c:v>0.767750705845</c:v>
                </c:pt>
                <c:pt idx="107">
                  <c:v>0.771306075499</c:v>
                </c:pt>
                <c:pt idx="108">
                  <c:v>0.77517515424</c:v>
                </c:pt>
                <c:pt idx="109">
                  <c:v>0.779148802677</c:v>
                </c:pt>
                <c:pt idx="110">
                  <c:v>0.782913311722</c:v>
                </c:pt>
                <c:pt idx="111">
                  <c:v>0.78636411168</c:v>
                </c:pt>
                <c:pt idx="112">
                  <c:v>0.79002405103</c:v>
                </c:pt>
                <c:pt idx="113">
                  <c:v>0.793788560075</c:v>
                </c:pt>
                <c:pt idx="114">
                  <c:v>0.797030220642</c:v>
                </c:pt>
                <c:pt idx="115">
                  <c:v>0.800167311513</c:v>
                </c:pt>
                <c:pt idx="116">
                  <c:v>0.803618111471</c:v>
                </c:pt>
                <c:pt idx="117">
                  <c:v>0.806650632647</c:v>
                </c:pt>
                <c:pt idx="118">
                  <c:v>0.809996862909</c:v>
                </c:pt>
                <c:pt idx="119">
                  <c:v>0.813761371954</c:v>
                </c:pt>
                <c:pt idx="120">
                  <c:v>0.817107602217</c:v>
                </c:pt>
                <c:pt idx="121">
                  <c:v>0.820558402175</c:v>
                </c:pt>
                <c:pt idx="122">
                  <c:v>0.824113771829</c:v>
                </c:pt>
                <c:pt idx="123">
                  <c:v>0.827355432396</c:v>
                </c:pt>
                <c:pt idx="124">
                  <c:v>0.831119941441</c:v>
                </c:pt>
                <c:pt idx="125">
                  <c:v>0.834466171703</c:v>
                </c:pt>
                <c:pt idx="126">
                  <c:v>0.83770783227</c:v>
                </c:pt>
                <c:pt idx="127">
                  <c:v>0.840740353446</c:v>
                </c:pt>
                <c:pt idx="128">
                  <c:v>0.844086583708</c:v>
                </c:pt>
                <c:pt idx="129">
                  <c:v>0.847432813971</c:v>
                </c:pt>
                <c:pt idx="130">
                  <c:v>0.850988183624</c:v>
                </c:pt>
                <c:pt idx="131">
                  <c:v>0.854334413887</c:v>
                </c:pt>
                <c:pt idx="132">
                  <c:v>0.857680644149</c:v>
                </c:pt>
                <c:pt idx="133">
                  <c:v>0.860713165325</c:v>
                </c:pt>
                <c:pt idx="134">
                  <c:v>0.863850256196</c:v>
                </c:pt>
                <c:pt idx="135">
                  <c:v>0.866778207675</c:v>
                </c:pt>
                <c:pt idx="136">
                  <c:v>0.869810728851</c:v>
                </c:pt>
                <c:pt idx="137">
                  <c:v>0.872947819722</c:v>
                </c:pt>
                <c:pt idx="138">
                  <c:v>0.876084910593</c:v>
                </c:pt>
                <c:pt idx="139">
                  <c:v>0.879117431768</c:v>
                </c:pt>
                <c:pt idx="140">
                  <c:v>0.882149952944</c:v>
                </c:pt>
                <c:pt idx="141">
                  <c:v>0.885287043815</c:v>
                </c:pt>
                <c:pt idx="142">
                  <c:v>0.88831956499</c:v>
                </c:pt>
                <c:pt idx="143">
                  <c:v>0.891456655861</c:v>
                </c:pt>
                <c:pt idx="144">
                  <c:v>0.894280037645</c:v>
                </c:pt>
                <c:pt idx="145">
                  <c:v>0.897521698212</c:v>
                </c:pt>
                <c:pt idx="146">
                  <c:v>0.900658789083</c:v>
                </c:pt>
                <c:pt idx="147">
                  <c:v>0.904318728433</c:v>
                </c:pt>
                <c:pt idx="148">
                  <c:v>0.907664958695</c:v>
                </c:pt>
                <c:pt idx="149">
                  <c:v>0.910592910175</c:v>
                </c:pt>
                <c:pt idx="150">
                  <c:v>0.913730001046</c:v>
                </c:pt>
                <c:pt idx="151">
                  <c:v>0.91655338283</c:v>
                </c:pt>
                <c:pt idx="152">
                  <c:v>0.919376764614</c:v>
                </c:pt>
                <c:pt idx="153">
                  <c:v>0.922513855485</c:v>
                </c:pt>
                <c:pt idx="154">
                  <c:v>0.92554637666</c:v>
                </c:pt>
                <c:pt idx="155">
                  <c:v>0.92847432814</c:v>
                </c:pt>
                <c:pt idx="156">
                  <c:v>0.931715988706</c:v>
                </c:pt>
                <c:pt idx="157">
                  <c:v>0.934643940186</c:v>
                </c:pt>
                <c:pt idx="158">
                  <c:v>0.937781031057</c:v>
                </c:pt>
                <c:pt idx="159">
                  <c:v>0.940604412841</c:v>
                </c:pt>
                <c:pt idx="160">
                  <c:v>0.943741503712</c:v>
                </c:pt>
                <c:pt idx="161">
                  <c:v>0.946983164279</c:v>
                </c:pt>
                <c:pt idx="162">
                  <c:v>0.950015685454</c:v>
                </c:pt>
                <c:pt idx="163">
                  <c:v>0.953152776325</c:v>
                </c:pt>
                <c:pt idx="164">
                  <c:v>0.955976158109</c:v>
                </c:pt>
                <c:pt idx="165">
                  <c:v>0.958904109589</c:v>
                </c:pt>
                <c:pt idx="166">
                  <c:v>0.961936630764</c:v>
                </c:pt>
                <c:pt idx="167">
                  <c:v>0.964864582244</c:v>
                </c:pt>
                <c:pt idx="168">
                  <c:v>0.967897103419</c:v>
                </c:pt>
                <c:pt idx="169">
                  <c:v>0.97103419429</c:v>
                </c:pt>
                <c:pt idx="170">
                  <c:v>0.97396214577</c:v>
                </c:pt>
                <c:pt idx="171">
                  <c:v>0.97689009725</c:v>
                </c:pt>
                <c:pt idx="172">
                  <c:v>0.979818048729</c:v>
                </c:pt>
                <c:pt idx="173">
                  <c:v>0.982641430513</c:v>
                </c:pt>
                <c:pt idx="174">
                  <c:v>0.985464812297</c:v>
                </c:pt>
                <c:pt idx="175">
                  <c:v>0.988288194081</c:v>
                </c:pt>
                <c:pt idx="176">
                  <c:v>0.991216145561</c:v>
                </c:pt>
                <c:pt idx="177">
                  <c:v>0.994248666736</c:v>
                </c:pt>
                <c:pt idx="178">
                  <c:v>0.99707204852</c:v>
                </c:pt>
                <c:pt idx="179">
                  <c:v>1</c:v>
                </c:pt>
              </c:numCache>
            </c:numRef>
          </c:yVal>
        </c:ser>
        <c:ser>
          <c:idx val="2"/>
          <c:order val="2"/>
          <c:tx>
            <c:v>M3 · 0,8208</c:v>
          </c:tx>
          <c:spPr>
            <a:ln xmlns:a="http://schemas.openxmlformats.org/drawingml/2006/main" w="28575">
              <a:solidFill>
                <a:srgbClr val="C77D24"/>
              </a:solidFill>
              <a:prstDash val="solid"/>
            </a:ln>
          </c:spPr>
          <c:marker>
            <c:symbol val="none"/>
          </c:marker>
          <c:xVal>
            <c:numRef>
              <c:f>'Chart Data'!$E$2:$E$181</c:f>
              <c:numCache>
                <c:formatCode>General</c:formatCode>
                <c:ptCount val="180"/>
                <c:pt idx="0">
                  <c:v>0</c:v>
                </c:pt>
                <c:pt idx="1">
                  <c:v>0.00111799365463</c:v>
                </c:pt>
                <c:pt idx="2">
                  <c:v>0.00226620335398</c:v>
                </c:pt>
                <c:pt idx="3">
                  <c:v>0.00314246865085</c:v>
                </c:pt>
                <c:pt idx="4">
                  <c:v>0.00386765372413</c:v>
                </c:pt>
                <c:pt idx="5">
                  <c:v>0.00486478319988</c:v>
                </c:pt>
                <c:pt idx="6">
                  <c:v>0.00577126454147</c:v>
                </c:pt>
                <c:pt idx="7">
                  <c:v>0.00710077050914</c:v>
                </c:pt>
                <c:pt idx="8">
                  <c:v>0.00812811602961</c:v>
                </c:pt>
                <c:pt idx="9">
                  <c:v>0.00921589363952</c:v>
                </c:pt>
                <c:pt idx="10">
                  <c:v>0.0104245354283</c:v>
                </c:pt>
                <c:pt idx="11">
                  <c:v>0.0118446895301</c:v>
                </c:pt>
                <c:pt idx="12">
                  <c:v>0.0135065719897</c:v>
                </c:pt>
                <c:pt idx="13">
                  <c:v>0.015198670494</c:v>
                </c:pt>
                <c:pt idx="14">
                  <c:v>0.0169814171325</c:v>
                </c:pt>
                <c:pt idx="15">
                  <c:v>0.0186130835474</c:v>
                </c:pt>
                <c:pt idx="16">
                  <c:v>0.0202145339175</c:v>
                </c:pt>
                <c:pt idx="17">
                  <c:v>0.0220274966007</c:v>
                </c:pt>
                <c:pt idx="18">
                  <c:v>0.0239915395075</c:v>
                </c:pt>
                <c:pt idx="19">
                  <c:v>0.0257440701012</c:v>
                </c:pt>
                <c:pt idx="20">
                  <c:v>0.0272850883819</c:v>
                </c:pt>
                <c:pt idx="21">
                  <c:v>0.0286448103943</c:v>
                </c:pt>
                <c:pt idx="22">
                  <c:v>0.0305786372564</c:v>
                </c:pt>
                <c:pt idx="23">
                  <c:v>0.0325124641184</c:v>
                </c:pt>
                <c:pt idx="24">
                  <c:v>0.034174346578</c:v>
                </c:pt>
                <c:pt idx="25">
                  <c:v>0.0364707659767</c:v>
                </c:pt>
                <c:pt idx="26">
                  <c:v>0.0385858891071</c:v>
                </c:pt>
                <c:pt idx="27">
                  <c:v>0.041184468953</c:v>
                </c:pt>
                <c:pt idx="28">
                  <c:v>0.0430578637256</c:v>
                </c:pt>
                <c:pt idx="29">
                  <c:v>0.0454449312585</c:v>
                </c:pt>
                <c:pt idx="30">
                  <c:v>0.0479528629702</c:v>
                </c:pt>
                <c:pt idx="31">
                  <c:v>0.0502190663242</c:v>
                </c:pt>
                <c:pt idx="32">
                  <c:v>0.0522737573652</c:v>
                </c:pt>
                <c:pt idx="33">
                  <c:v>0.0547212569875</c:v>
                </c:pt>
                <c:pt idx="34">
                  <c:v>0.057470917057</c:v>
                </c:pt>
                <c:pt idx="35">
                  <c:v>0.0598579845898</c:v>
                </c:pt>
                <c:pt idx="36">
                  <c:v>0.0621241879438</c:v>
                </c:pt>
                <c:pt idx="37">
                  <c:v>0.0644508233872</c:v>
                </c:pt>
                <c:pt idx="38">
                  <c:v>0.0672004834567</c:v>
                </c:pt>
                <c:pt idx="39">
                  <c:v>0.0703731681523</c:v>
                </c:pt>
                <c:pt idx="40">
                  <c:v>0.0728206677746</c:v>
                </c:pt>
                <c:pt idx="41">
                  <c:v>0.0760537845596</c:v>
                </c:pt>
                <c:pt idx="42">
                  <c:v>0.0790451729869</c:v>
                </c:pt>
                <c:pt idx="43">
                  <c:v>0.0825502341743</c:v>
                </c:pt>
                <c:pt idx="44">
                  <c:v>0.0853301102886</c:v>
                </c:pt>
                <c:pt idx="45">
                  <c:v>0.088623659163</c:v>
                </c:pt>
                <c:pt idx="46">
                  <c:v>0.0917661278139</c:v>
                </c:pt>
                <c:pt idx="47">
                  <c:v>0.095422269225</c:v>
                </c:pt>
                <c:pt idx="48">
                  <c:v>0.0988971143677</c:v>
                </c:pt>
                <c:pt idx="49">
                  <c:v>0.1024323916</c:v>
                </c:pt>
                <c:pt idx="50">
                  <c:v>0.105605076296</c:v>
                </c:pt>
                <c:pt idx="51">
                  <c:v>0.10941229793</c:v>
                </c:pt>
                <c:pt idx="52">
                  <c:v>0.112192174044</c:v>
                </c:pt>
                <c:pt idx="53">
                  <c:v>0.117147605378</c:v>
                </c:pt>
                <c:pt idx="54">
                  <c:v>0.11965553709</c:v>
                </c:pt>
                <c:pt idx="55">
                  <c:v>0.124187943798</c:v>
                </c:pt>
                <c:pt idx="56">
                  <c:v>0.127088684091</c:v>
                </c:pt>
                <c:pt idx="57">
                  <c:v>0.130231152742</c:v>
                </c:pt>
                <c:pt idx="58">
                  <c:v>0.134400966913</c:v>
                </c:pt>
                <c:pt idx="59">
                  <c:v>0.136818250491</c:v>
                </c:pt>
                <c:pt idx="60">
                  <c:v>0.141380873244</c:v>
                </c:pt>
                <c:pt idx="61">
                  <c:v>0.144402477716</c:v>
                </c:pt>
                <c:pt idx="62">
                  <c:v>0.150203958302</c:v>
                </c:pt>
                <c:pt idx="63">
                  <c:v>0.153709019489</c:v>
                </c:pt>
                <c:pt idx="64">
                  <c:v>0.159842876567</c:v>
                </c:pt>
                <c:pt idx="65">
                  <c:v>0.162985345218</c:v>
                </c:pt>
                <c:pt idx="66">
                  <c:v>0.168786825805</c:v>
                </c:pt>
                <c:pt idx="67">
                  <c:v>0.172171022813</c:v>
                </c:pt>
                <c:pt idx="68">
                  <c:v>0.175796948179</c:v>
                </c:pt>
                <c:pt idx="69">
                  <c:v>0.180812811603</c:v>
                </c:pt>
                <c:pt idx="70">
                  <c:v>0.18437830488</c:v>
                </c:pt>
                <c:pt idx="71">
                  <c:v>0.190119353377</c:v>
                </c:pt>
                <c:pt idx="72">
                  <c:v>0.19353376643</c:v>
                </c:pt>
                <c:pt idx="73">
                  <c:v>0.197159691796</c:v>
                </c:pt>
                <c:pt idx="74">
                  <c:v>0.203686357456</c:v>
                </c:pt>
                <c:pt idx="75">
                  <c:v>0.207886387672</c:v>
                </c:pt>
                <c:pt idx="76">
                  <c:v>0.214503701465</c:v>
                </c:pt>
                <c:pt idx="77">
                  <c:v>0.217615954072</c:v>
                </c:pt>
                <c:pt idx="78">
                  <c:v>0.225139749207</c:v>
                </c:pt>
                <c:pt idx="79">
                  <c:v>0.228977186886</c:v>
                </c:pt>
                <c:pt idx="80">
                  <c:v>0.2329052727</c:v>
                </c:pt>
                <c:pt idx="81">
                  <c:v>0.239734098806</c:v>
                </c:pt>
                <c:pt idx="82">
                  <c:v>0.243420456262</c:v>
                </c:pt>
                <c:pt idx="83">
                  <c:v>0.251306843934</c:v>
                </c:pt>
                <c:pt idx="84">
                  <c:v>0.254872337211</c:v>
                </c:pt>
                <c:pt idx="85">
                  <c:v>0.25928387974</c:v>
                </c:pt>
                <c:pt idx="86">
                  <c:v>0.266142921892</c:v>
                </c:pt>
                <c:pt idx="87">
                  <c:v>0.270342952108</c:v>
                </c:pt>
                <c:pt idx="88">
                  <c:v>0.278380420003</c:v>
                </c:pt>
                <c:pt idx="89">
                  <c:v>0.281341592386</c:v>
                </c:pt>
                <c:pt idx="90">
                  <c:v>0.28514881402</c:v>
                </c:pt>
                <c:pt idx="91">
                  <c:v>0.293518658408</c:v>
                </c:pt>
                <c:pt idx="92">
                  <c:v>0.30185828675</c:v>
                </c:pt>
                <c:pt idx="93">
                  <c:v>0.305997884877</c:v>
                </c:pt>
                <c:pt idx="94">
                  <c:v>0.309956186735</c:v>
                </c:pt>
                <c:pt idx="95">
                  <c:v>0.317268469557</c:v>
                </c:pt>
                <c:pt idx="96">
                  <c:v>0.321891524399</c:v>
                </c:pt>
                <c:pt idx="97">
                  <c:v>0.325819610213</c:v>
                </c:pt>
                <c:pt idx="98">
                  <c:v>0.333887294153</c:v>
                </c:pt>
                <c:pt idx="99">
                  <c:v>0.338570781085</c:v>
                </c:pt>
                <c:pt idx="100">
                  <c:v>0.34660824898</c:v>
                </c:pt>
                <c:pt idx="101">
                  <c:v>0.351140655688</c:v>
                </c:pt>
                <c:pt idx="102">
                  <c:v>0.359208339628</c:v>
                </c:pt>
                <c:pt idx="103">
                  <c:v>0.364314851186</c:v>
                </c:pt>
                <c:pt idx="104">
                  <c:v>0.372956639976</c:v>
                </c:pt>
                <c:pt idx="105">
                  <c:v>0.37739839855</c:v>
                </c:pt>
                <c:pt idx="106">
                  <c:v>0.382565342197</c:v>
                </c:pt>
                <c:pt idx="107">
                  <c:v>0.392053180239</c:v>
                </c:pt>
                <c:pt idx="108">
                  <c:v>0.398761142166</c:v>
                </c:pt>
                <c:pt idx="109">
                  <c:v>0.407946819761</c:v>
                </c:pt>
                <c:pt idx="110">
                  <c:v>0.41241879438</c:v>
                </c:pt>
                <c:pt idx="111">
                  <c:v>0.417313793624</c:v>
                </c:pt>
                <c:pt idx="112">
                  <c:v>0.426076446593</c:v>
                </c:pt>
                <c:pt idx="113">
                  <c:v>0.430397340988</c:v>
                </c:pt>
                <c:pt idx="114">
                  <c:v>0.439552802538</c:v>
                </c:pt>
                <c:pt idx="115">
                  <c:v>0.444387369693</c:v>
                </c:pt>
                <c:pt idx="116">
                  <c:v>0.454056504004</c:v>
                </c:pt>
                <c:pt idx="117">
                  <c:v>0.459314095785</c:v>
                </c:pt>
                <c:pt idx="118">
                  <c:v>0.46472276779</c:v>
                </c:pt>
                <c:pt idx="119">
                  <c:v>0.473666717027</c:v>
                </c:pt>
                <c:pt idx="120">
                  <c:v>0.47919625321</c:v>
                </c:pt>
                <c:pt idx="121">
                  <c:v>0.4889862517</c:v>
                </c:pt>
                <c:pt idx="122">
                  <c:v>0.494787732286</c:v>
                </c:pt>
                <c:pt idx="123">
                  <c:v>0.505212267714</c:v>
                </c:pt>
                <c:pt idx="124">
                  <c:v>0.511859797553</c:v>
                </c:pt>
                <c:pt idx="125">
                  <c:v>0.52125698746</c:v>
                </c:pt>
                <c:pt idx="126">
                  <c:v>0.527572140807</c:v>
                </c:pt>
                <c:pt idx="127">
                  <c:v>0.537241275117</c:v>
                </c:pt>
                <c:pt idx="128">
                  <c:v>0.542589515032</c:v>
                </c:pt>
                <c:pt idx="129">
                  <c:v>0.553346426953</c:v>
                </c:pt>
                <c:pt idx="130">
                  <c:v>0.559147907539</c:v>
                </c:pt>
                <c:pt idx="131">
                  <c:v>0.571173893337</c:v>
                </c:pt>
                <c:pt idx="132">
                  <c:v>0.581477564587</c:v>
                </c:pt>
                <c:pt idx="133">
                  <c:v>0.588910711588</c:v>
                </c:pt>
                <c:pt idx="134">
                  <c:v>0.599214382837</c:v>
                </c:pt>
                <c:pt idx="135">
                  <c:v>0.604230246261</c:v>
                </c:pt>
                <c:pt idx="136">
                  <c:v>0.615168454449</c:v>
                </c:pt>
                <c:pt idx="137">
                  <c:v>0.622239008914</c:v>
                </c:pt>
                <c:pt idx="138">
                  <c:v>0.633811754041</c:v>
                </c:pt>
                <c:pt idx="139">
                  <c:v>0.640036259254</c:v>
                </c:pt>
                <c:pt idx="140">
                  <c:v>0.651155763711</c:v>
                </c:pt>
                <c:pt idx="141">
                  <c:v>0.656927028252</c:v>
                </c:pt>
                <c:pt idx="142">
                  <c:v>0.667381779725</c:v>
                </c:pt>
                <c:pt idx="143">
                  <c:v>0.679377549479</c:v>
                </c:pt>
                <c:pt idx="144">
                  <c:v>0.686508536033</c:v>
                </c:pt>
                <c:pt idx="145">
                  <c:v>0.69699350355</c:v>
                </c:pt>
                <c:pt idx="146">
                  <c:v>0.708203656141</c:v>
                </c:pt>
                <c:pt idx="147">
                  <c:v>0.715485722919</c:v>
                </c:pt>
                <c:pt idx="148">
                  <c:v>0.725547665811</c:v>
                </c:pt>
                <c:pt idx="149">
                  <c:v>0.735216800121</c:v>
                </c:pt>
                <c:pt idx="150">
                  <c:v>0.742166490406</c:v>
                </c:pt>
                <c:pt idx="151">
                  <c:v>0.753165130684</c:v>
                </c:pt>
                <c:pt idx="152">
                  <c:v>0.762169512011</c:v>
                </c:pt>
                <c:pt idx="153">
                  <c:v>0.772926423931</c:v>
                </c:pt>
                <c:pt idx="154">
                  <c:v>0.780933675782</c:v>
                </c:pt>
                <c:pt idx="155">
                  <c:v>0.791841667926</c:v>
                </c:pt>
                <c:pt idx="156">
                  <c:v>0.803505061187</c:v>
                </c:pt>
                <c:pt idx="157">
                  <c:v>0.81402024475</c:v>
                </c:pt>
                <c:pt idx="158">
                  <c:v>0.823477866747</c:v>
                </c:pt>
                <c:pt idx="159">
                  <c:v>0.832542680163</c:v>
                </c:pt>
                <c:pt idx="160">
                  <c:v>0.841758573803</c:v>
                </c:pt>
                <c:pt idx="161">
                  <c:v>0.849070856625</c:v>
                </c:pt>
                <c:pt idx="162">
                  <c:v>0.858165886086</c:v>
                </c:pt>
                <c:pt idx="163">
                  <c:v>0.867623508083</c:v>
                </c:pt>
                <c:pt idx="164">
                  <c:v>0.87759480284</c:v>
                </c:pt>
                <c:pt idx="165">
                  <c:v>0.886599184167</c:v>
                </c:pt>
                <c:pt idx="166">
                  <c:v>0.896963287506</c:v>
                </c:pt>
                <c:pt idx="167">
                  <c:v>0.906179181145</c:v>
                </c:pt>
                <c:pt idx="168">
                  <c:v>0.915183562472</c:v>
                </c:pt>
                <c:pt idx="169">
                  <c:v>0.92452032029</c:v>
                </c:pt>
                <c:pt idx="170">
                  <c:v>0.931983683336</c:v>
                </c:pt>
                <c:pt idx="171">
                  <c:v>0.941985194138</c:v>
                </c:pt>
                <c:pt idx="172">
                  <c:v>0.950566550838</c:v>
                </c:pt>
                <c:pt idx="173">
                  <c:v>0.958180994108</c:v>
                </c:pt>
                <c:pt idx="174">
                  <c:v>0.964949388125</c:v>
                </c:pt>
                <c:pt idx="175">
                  <c:v>0.972926423931</c:v>
                </c:pt>
                <c:pt idx="176">
                  <c:v>0.979664601904</c:v>
                </c:pt>
                <c:pt idx="177">
                  <c:v>0.98649342801</c:v>
                </c:pt>
                <c:pt idx="178">
                  <c:v>0.993866142922</c:v>
                </c:pt>
                <c:pt idx="179">
                  <c:v>1</c:v>
                </c:pt>
              </c:numCache>
            </c:numRef>
          </c:xVal>
          <c:yVal>
            <c:numRef>
              <c:f>'Chart Data'!$F$2:$F$181</c:f>
              <c:numCache>
                <c:formatCode>0.0</c:formatCode>
                <c:ptCount val="180"/>
                <c:pt idx="0">
                  <c:v>0</c:v>
                </c:pt>
                <c:pt idx="1">
                  <c:v>0.0406776116282</c:v>
                </c:pt>
                <c:pt idx="2">
                  <c:v>0.0712119627732</c:v>
                </c:pt>
                <c:pt idx="3">
                  <c:v>0.0932761685663</c:v>
                </c:pt>
                <c:pt idx="4">
                  <c:v>0.110007319879</c:v>
                </c:pt>
                <c:pt idx="5">
                  <c:v>0.123705950016</c:v>
                </c:pt>
                <c:pt idx="6">
                  <c:v>0.138554846805</c:v>
                </c:pt>
                <c:pt idx="7">
                  <c:v>0.151312349681</c:v>
                </c:pt>
                <c:pt idx="8">
                  <c:v>0.166265816166</c:v>
                </c:pt>
                <c:pt idx="9">
                  <c:v>0.179650737216</c:v>
                </c:pt>
                <c:pt idx="10">
                  <c:v>0.193140227962</c:v>
                </c:pt>
                <c:pt idx="11">
                  <c:v>0.204015476315</c:v>
                </c:pt>
                <c:pt idx="12">
                  <c:v>0.216250130712</c:v>
                </c:pt>
                <c:pt idx="13">
                  <c:v>0.227857366935</c:v>
                </c:pt>
                <c:pt idx="14">
                  <c:v>0.243647390986</c:v>
                </c:pt>
                <c:pt idx="15">
                  <c:v>0.255777475688</c:v>
                </c:pt>
                <c:pt idx="16">
                  <c:v>0.265920736171</c:v>
                </c:pt>
                <c:pt idx="17">
                  <c:v>0.276273136045</c:v>
                </c:pt>
                <c:pt idx="18">
                  <c:v>0.287671232877</c:v>
                </c:pt>
                <c:pt idx="19">
                  <c:v>0.298964760013</c:v>
                </c:pt>
                <c:pt idx="20">
                  <c:v>0.309421729583</c:v>
                </c:pt>
                <c:pt idx="21">
                  <c:v>0.319251280979</c:v>
                </c:pt>
                <c:pt idx="22">
                  <c:v>0.328871692983</c:v>
                </c:pt>
                <c:pt idx="23">
                  <c:v>0.338387535292</c:v>
                </c:pt>
                <c:pt idx="24">
                  <c:v>0.347380529123</c:v>
                </c:pt>
                <c:pt idx="25">
                  <c:v>0.358569486563</c:v>
                </c:pt>
                <c:pt idx="26">
                  <c:v>0.367353341002</c:v>
                </c:pt>
                <c:pt idx="27">
                  <c:v>0.375300637875</c:v>
                </c:pt>
                <c:pt idx="28">
                  <c:v>0.381679389313</c:v>
                </c:pt>
                <c:pt idx="29">
                  <c:v>0.389103837708</c:v>
                </c:pt>
                <c:pt idx="30">
                  <c:v>0.395482589146</c:v>
                </c:pt>
                <c:pt idx="31">
                  <c:v>0.402488758758</c:v>
                </c:pt>
                <c:pt idx="32">
                  <c:v>0.409181219283</c:v>
                </c:pt>
                <c:pt idx="33">
                  <c:v>0.416919376765</c:v>
                </c:pt>
                <c:pt idx="34">
                  <c:v>0.424552964551</c:v>
                </c:pt>
                <c:pt idx="35">
                  <c:v>0.432813970511</c:v>
                </c:pt>
                <c:pt idx="36">
                  <c:v>0.442016103733</c:v>
                </c:pt>
                <c:pt idx="37">
                  <c:v>0.449754261215</c:v>
                </c:pt>
                <c:pt idx="38">
                  <c:v>0.45791069748</c:v>
                </c:pt>
                <c:pt idx="39">
                  <c:v>0.463871170135</c:v>
                </c:pt>
                <c:pt idx="40">
                  <c:v>0.469727073094</c:v>
                </c:pt>
                <c:pt idx="41">
                  <c:v>0.476628673011</c:v>
                </c:pt>
                <c:pt idx="42">
                  <c:v>0.483007424448</c:v>
                </c:pt>
                <c:pt idx="43">
                  <c:v>0.491686709192</c:v>
                </c:pt>
                <c:pt idx="44">
                  <c:v>0.498692878804</c:v>
                </c:pt>
                <c:pt idx="45">
                  <c:v>0.50486249085</c:v>
                </c:pt>
                <c:pt idx="46">
                  <c:v>0.510822963505</c:v>
                </c:pt>
                <c:pt idx="47">
                  <c:v>0.5182474119</c:v>
                </c:pt>
                <c:pt idx="48">
                  <c:v>0.523998745164</c:v>
                </c:pt>
                <c:pt idx="49">
                  <c:v>0.532155181428</c:v>
                </c:pt>
                <c:pt idx="50">
                  <c:v>0.538115654083</c:v>
                </c:pt>
                <c:pt idx="51">
                  <c:v>0.544180696434</c:v>
                </c:pt>
                <c:pt idx="52">
                  <c:v>0.550036599393</c:v>
                </c:pt>
                <c:pt idx="53">
                  <c:v>0.556624490223</c:v>
                </c:pt>
                <c:pt idx="54">
                  <c:v>0.562689532573</c:v>
                </c:pt>
                <c:pt idx="55">
                  <c:v>0.570636829447</c:v>
                </c:pt>
                <c:pt idx="56">
                  <c:v>0.575551605145</c:v>
                </c:pt>
                <c:pt idx="57">
                  <c:v>0.581198368713</c:v>
                </c:pt>
                <c:pt idx="58">
                  <c:v>0.589459374673</c:v>
                </c:pt>
                <c:pt idx="59">
                  <c:v>0.595106138241</c:v>
                </c:pt>
                <c:pt idx="60">
                  <c:v>0.60242601694</c:v>
                </c:pt>
                <c:pt idx="61">
                  <c:v>0.607236222943</c:v>
                </c:pt>
                <c:pt idx="62">
                  <c:v>0.614765241033</c:v>
                </c:pt>
                <c:pt idx="63">
                  <c:v>0.620307434905</c:v>
                </c:pt>
                <c:pt idx="64">
                  <c:v>0.628045592387</c:v>
                </c:pt>
                <c:pt idx="65">
                  <c:v>0.633064937781</c:v>
                </c:pt>
                <c:pt idx="66">
                  <c:v>0.639443689219</c:v>
                </c:pt>
                <c:pt idx="67">
                  <c:v>0.644985883091</c:v>
                </c:pt>
                <c:pt idx="68">
                  <c:v>0.650214367876</c:v>
                </c:pt>
                <c:pt idx="69">
                  <c:v>0.656488549618</c:v>
                </c:pt>
                <c:pt idx="70">
                  <c:v>0.660880476838</c:v>
                </c:pt>
                <c:pt idx="71">
                  <c:v>0.66788664645</c:v>
                </c:pt>
                <c:pt idx="72">
                  <c:v>0.673219700931</c:v>
                </c:pt>
                <c:pt idx="73">
                  <c:v>0.677925337237</c:v>
                </c:pt>
                <c:pt idx="74">
                  <c:v>0.685036076545</c:v>
                </c:pt>
                <c:pt idx="75">
                  <c:v>0.690159991634</c:v>
                </c:pt>
                <c:pt idx="76">
                  <c:v>0.697270730942</c:v>
                </c:pt>
                <c:pt idx="77">
                  <c:v>0.701871797553</c:v>
                </c:pt>
                <c:pt idx="78">
                  <c:v>0.708041409599</c:v>
                </c:pt>
                <c:pt idx="79">
                  <c:v>0.712328767123</c:v>
                </c:pt>
                <c:pt idx="80">
                  <c:v>0.71703440343</c:v>
                </c:pt>
                <c:pt idx="81">
                  <c:v>0.724145142738</c:v>
                </c:pt>
                <c:pt idx="82">
                  <c:v>0.728327930566</c:v>
                </c:pt>
                <c:pt idx="83">
                  <c:v>0.733870124438</c:v>
                </c:pt>
                <c:pt idx="84">
                  <c:v>0.738157481962</c:v>
                </c:pt>
                <c:pt idx="85">
                  <c:v>0.742758548573</c:v>
                </c:pt>
                <c:pt idx="86">
                  <c:v>0.748196172749</c:v>
                </c:pt>
                <c:pt idx="87">
                  <c:v>0.752378960577</c:v>
                </c:pt>
                <c:pt idx="88">
                  <c:v>0.757607445362</c:v>
                </c:pt>
                <c:pt idx="89">
                  <c:v>0.762208511973</c:v>
                </c:pt>
                <c:pt idx="90">
                  <c:v>0.766286730106</c:v>
                </c:pt>
                <c:pt idx="91">
                  <c:v>0.770678657325</c:v>
                </c:pt>
                <c:pt idx="92">
                  <c:v>0.776011711806</c:v>
                </c:pt>
                <c:pt idx="93">
                  <c:v>0.779044232981</c:v>
                </c:pt>
                <c:pt idx="94">
                  <c:v>0.783436160201</c:v>
                </c:pt>
                <c:pt idx="95">
                  <c:v>0.788769214682</c:v>
                </c:pt>
                <c:pt idx="96">
                  <c:v>0.79222001464</c:v>
                </c:pt>
                <c:pt idx="97">
                  <c:v>0.796089093381</c:v>
                </c:pt>
                <c:pt idx="98">
                  <c:v>0.801526717557</c:v>
                </c:pt>
                <c:pt idx="99">
                  <c:v>0.806127784168</c:v>
                </c:pt>
                <c:pt idx="100">
                  <c:v>0.811565408345</c:v>
                </c:pt>
                <c:pt idx="101">
                  <c:v>0.815016208303</c:v>
                </c:pt>
                <c:pt idx="102">
                  <c:v>0.820349262784</c:v>
                </c:pt>
                <c:pt idx="103">
                  <c:v>0.825368608177</c:v>
                </c:pt>
                <c:pt idx="104">
                  <c:v>0.82944682631</c:v>
                </c:pt>
                <c:pt idx="105">
                  <c:v>0.832061068702</c:v>
                </c:pt>
                <c:pt idx="106">
                  <c:v>0.835825577748</c:v>
                </c:pt>
                <c:pt idx="107">
                  <c:v>0.839694656489</c:v>
                </c:pt>
                <c:pt idx="108">
                  <c:v>0.844191153404</c:v>
                </c:pt>
                <c:pt idx="109">
                  <c:v>0.848373941232</c:v>
                </c:pt>
                <c:pt idx="110">
                  <c:v>0.851615601799</c:v>
                </c:pt>
                <c:pt idx="111">
                  <c:v>0.855380110844</c:v>
                </c:pt>
                <c:pt idx="112">
                  <c:v>0.859981177455</c:v>
                </c:pt>
                <c:pt idx="113">
                  <c:v>0.863641116804</c:v>
                </c:pt>
                <c:pt idx="114">
                  <c:v>0.867823904632</c:v>
                </c:pt>
                <c:pt idx="115">
                  <c:v>0.870751856112</c:v>
                </c:pt>
                <c:pt idx="116">
                  <c:v>0.87493464394</c:v>
                </c:pt>
                <c:pt idx="117">
                  <c:v>0.877339746941</c:v>
                </c:pt>
                <c:pt idx="118">
                  <c:v>0.879953989334</c:v>
                </c:pt>
                <c:pt idx="119">
                  <c:v>0.883823068075</c:v>
                </c:pt>
                <c:pt idx="120">
                  <c:v>0.886228171076</c:v>
                </c:pt>
                <c:pt idx="121">
                  <c:v>0.88978354073</c:v>
                </c:pt>
                <c:pt idx="122">
                  <c:v>0.892397783122</c:v>
                </c:pt>
                <c:pt idx="123">
                  <c:v>0.896476001255</c:v>
                </c:pt>
                <c:pt idx="124">
                  <c:v>0.898985673952</c:v>
                </c:pt>
                <c:pt idx="125">
                  <c:v>0.902331904214</c:v>
                </c:pt>
                <c:pt idx="126">
                  <c:v>0.904527867824</c:v>
                </c:pt>
                <c:pt idx="127">
                  <c:v>0.908292376869</c:v>
                </c:pt>
                <c:pt idx="128">
                  <c:v>0.910906619262</c:v>
                </c:pt>
                <c:pt idx="129">
                  <c:v>0.91435741922</c:v>
                </c:pt>
                <c:pt idx="130">
                  <c:v>0.916344243438</c:v>
                </c:pt>
                <c:pt idx="131">
                  <c:v>0.918644776744</c:v>
                </c:pt>
                <c:pt idx="132">
                  <c:v>0.923036703963</c:v>
                </c:pt>
                <c:pt idx="133">
                  <c:v>0.924918958486</c:v>
                </c:pt>
                <c:pt idx="134">
                  <c:v>0.928683467531</c:v>
                </c:pt>
                <c:pt idx="135">
                  <c:v>0.931611419011</c:v>
                </c:pt>
                <c:pt idx="136">
                  <c:v>0.934957649273</c:v>
                </c:pt>
                <c:pt idx="137">
                  <c:v>0.9367353341</c:v>
                </c:pt>
                <c:pt idx="138">
                  <c:v>0.939454146188</c:v>
                </c:pt>
                <c:pt idx="139">
                  <c:v>0.941545540102</c:v>
                </c:pt>
                <c:pt idx="140">
                  <c:v>0.944682630974</c:v>
                </c:pt>
                <c:pt idx="141">
                  <c:v>0.946564885496</c:v>
                </c:pt>
                <c:pt idx="142">
                  <c:v>0.948865418802</c:v>
                </c:pt>
                <c:pt idx="143">
                  <c:v>0.951897939977</c:v>
                </c:pt>
                <c:pt idx="144">
                  <c:v>0.9537801945</c:v>
                </c:pt>
                <c:pt idx="145">
                  <c:v>0.956812715675</c:v>
                </c:pt>
                <c:pt idx="146">
                  <c:v>0.959636097459</c:v>
                </c:pt>
                <c:pt idx="147">
                  <c:v>0.96130921259</c:v>
                </c:pt>
                <c:pt idx="148">
                  <c:v>0.963923454983</c:v>
                </c:pt>
                <c:pt idx="149">
                  <c:v>0.966119418592</c:v>
                </c:pt>
                <c:pt idx="150">
                  <c:v>0.967687964028</c:v>
                </c:pt>
                <c:pt idx="151">
                  <c:v>0.969570218551</c:v>
                </c:pt>
                <c:pt idx="152">
                  <c:v>0.97176618216</c:v>
                </c:pt>
                <c:pt idx="153">
                  <c:v>0.973021018509</c:v>
                </c:pt>
                <c:pt idx="154">
                  <c:v>0.97542612151</c:v>
                </c:pt>
                <c:pt idx="155">
                  <c:v>0.977308376033</c:v>
                </c:pt>
                <c:pt idx="156">
                  <c:v>0.978772351772</c:v>
                </c:pt>
                <c:pt idx="157">
                  <c:v>0.980027188121</c:v>
                </c:pt>
                <c:pt idx="158">
                  <c:v>0.981909442644</c:v>
                </c:pt>
                <c:pt idx="159">
                  <c:v>0.983164278992</c:v>
                </c:pt>
                <c:pt idx="160">
                  <c:v>0.984628254732</c:v>
                </c:pt>
                <c:pt idx="161">
                  <c:v>0.985987660776</c:v>
                </c:pt>
                <c:pt idx="162">
                  <c:v>0.986928788037</c:v>
                </c:pt>
                <c:pt idx="163">
                  <c:v>0.98807905469</c:v>
                </c:pt>
                <c:pt idx="164">
                  <c:v>0.989124751647</c:v>
                </c:pt>
                <c:pt idx="165">
                  <c:v>0.990065878908</c:v>
                </c:pt>
                <c:pt idx="166">
                  <c:v>0.991634424344</c:v>
                </c:pt>
                <c:pt idx="167">
                  <c:v>0.992889260692</c:v>
                </c:pt>
                <c:pt idx="168">
                  <c:v>0.993934957649</c:v>
                </c:pt>
                <c:pt idx="169">
                  <c:v>0.994666945519</c:v>
                </c:pt>
                <c:pt idx="170">
                  <c:v>0.995608072781</c:v>
                </c:pt>
                <c:pt idx="171">
                  <c:v>0.996235490955</c:v>
                </c:pt>
                <c:pt idx="172">
                  <c:v>0.996758339433</c:v>
                </c:pt>
                <c:pt idx="173">
                  <c:v>0.998013175782</c:v>
                </c:pt>
                <c:pt idx="174">
                  <c:v>0.998640593956</c:v>
                </c:pt>
                <c:pt idx="175">
                  <c:v>0.998954303043</c:v>
                </c:pt>
                <c:pt idx="176">
                  <c:v>0.999477151521</c:v>
                </c:pt>
                <c:pt idx="177">
                  <c:v>0.999790860609</c:v>
                </c:pt>
                <c:pt idx="178">
                  <c:v>0.999895430304</c:v>
                </c:pt>
                <c:pt idx="179">
                  <c:v>1</c:v>
                </c:pt>
              </c:numCache>
            </c:numRef>
          </c:yVal>
        </c:ser>
        <c:ser>
          <c:idx val="3"/>
          <c:order val="3"/>
          <c:tx>
            <c:v>Referencia aleatoria</c:v>
          </c:tx>
          <c:spPr>
            <a:ln xmlns:a="http://schemas.openxmlformats.org/drawingml/2006/main" w="9525">
              <a:solidFill>
                <a:srgbClr val="9AA7B0"/>
              </a:solidFill>
              <a:prstDash val="dash"/>
            </a:ln>
          </c:spPr>
          <c:marker>
            <c:symbol val="none"/>
          </c:marker>
          <c:xVal>
            <c:numRef>
              <c:f>'Chart Data'!$G$2:$G$3</c:f>
              <c:numCache>
                <c:formatCode>General</c:formatCode>
                <c:ptCount val="2"/>
                <c:pt idx="0">
                  <c:v>0</c:v>
                </c:pt>
                <c:pt idx="1">
                  <c:v>1</c:v>
                </c:pt>
              </c:numCache>
            </c:numRef>
          </c:xVal>
          <c:yVal>
            <c:numRef>
              <c:f>'Chart Data'!$H$2:$H$3</c:f>
              <c:numCache>
                <c:formatCode>0.0</c:formatCode>
                <c:ptCount val="2"/>
                <c:pt idx="0">
                  <c:v>0</c:v>
                </c:pt>
                <c:pt idx="1">
                  <c:v>1</c:v>
                </c:pt>
              </c:numCache>
            </c:numRef>
          </c:yVal>
        </c:ser>
        <c:dLbls>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sz="1500">
                    <a:latin typeface="Nimbus Sans"/>
                    <a:ea typeface="Nimbus Sans"/>
                    <a:cs typeface="Nimbus Sans"/>
                  </a:rPr>
                  <a:t>Recall</a:t>
                </a:r>
              </a:p>
            </c:rich>
          </c:tx>
          <c:overlay val="0"/>
          <c:txPr>
            <a:bodyPr xmlns:a="http://schemas.openxmlformats.org/drawingml/2006/main" anchorCtr="1"/>
            <a:lstStyle xmlns:a="http://schemas.openxmlformats.org/drawingml/2006/main"/>
            <a:p xmlns:a="http://schemas.openxmlformats.org/drawingml/2006/main">
              <a:pPr>
                <a:defRPr sz="1500">
                  <a:latin typeface="Nimbus Sans"/>
                  <a:ea typeface="Nimbus Sans"/>
                  <a:cs typeface="Nimbus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500">
                    <a:latin typeface="Nimbus Sans"/>
                    <a:ea typeface="Nimbus Sans"/>
                    <a:cs typeface="Nimbus Sans"/>
                  </a:rPr>
                  <a:t>Tasa de falsos positivos</a:t>
                </a:r>
              </a:p>
            </c:rich>
          </c:tx>
          <c:overlay val="0"/>
          <c:txPr>
            <a:bodyPr xmlns:a="http://schemas.openxmlformats.org/drawingml/2006/main" anchorCtr="1"/>
            <a:lstStyle xmlns:a="http://schemas.openxmlformats.org/drawingml/2006/main"/>
            <a:p xmlns:a="http://schemas.openxmlformats.org/drawingml/2006/main">
              <a:pPr>
                <a:defRPr sz="1500">
                  <a:latin typeface="Nimbus Sans"/>
                  <a:ea typeface="Nimbus Sans"/>
                  <a:cs typeface="Nimbus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72768"/>
        <c:majorUnit val="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73B59"/>
                </a:solidFill>
                <a:latin typeface="Nimbus Sans"/>
                <a:ea typeface="Nimbus Sans"/>
                <a:cs typeface="Nimbus Sans"/>
              </a:rPr>
              <a:t>Días lluviosos en escenarios de 30 días</a:t>
            </a:r>
          </a:p>
        </c:rich>
      </c:tx>
      <c:overlay val="0"/>
      <c:txPr>
        <a:bodyPr xmlns:a="http://schemas.openxmlformats.org/drawingml/2006/main" anchorCtr="1"/>
        <a:lstStyle xmlns:a="http://schemas.openxmlformats.org/drawingml/2006/main"/>
        <a:p xmlns:a="http://schemas.openxmlformats.org/drawingml/2006/main">
          <a:pPr>
            <a:defRPr sz="1725" b="1">
              <a:solidFill>
                <a:srgbClr val="173B59"/>
              </a:solidFill>
              <a:latin typeface="Nimbus Sans"/>
              <a:ea typeface="Nimbus Sans"/>
              <a:cs typeface="Nimbus Sans"/>
            </a:defRPr>
          </a:pPr>
        </a:p>
      </c:txPr>
    </c:title>
    <c:plotArea>
      <c:barChart>
        <c:barDir val="col"/>
        <c:grouping val="clustered"/>
        <c:varyColors val="0"/>
        <c:ser>
          <c:idx val="0"/>
          <c:order val="0"/>
          <c:tx>
            <c:v>Humedad ≥ 70 %</c:v>
          </c:tx>
          <c:spPr>
            <a:solidFill xmlns:a="http://schemas.openxmlformats.org/drawingml/2006/main">
              <a:srgbClr val="138397"/>
            </a:solidFill>
          </c:spPr>
          <c:invertIfNegative val="0"/>
          <c:cat>
            <c:numRef>
              <c:f>'Chart Data'!$A$2:$A$32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cat>
          <c:val>
            <c:numRef>
              <c:f>'Chart Data'!$B$2:$B$32</c:f>
              <c:numCache>
                <c:formatCode>0%</c:formatCode>
                <c:ptCount val="31"/>
                <c:pt idx="0">
                  <c:v>0</c:v>
                </c:pt>
                <c:pt idx="1">
                  <c:v>0</c:v>
                </c:pt>
                <c:pt idx="2">
                  <c:v>0</c:v>
                </c:pt>
                <c:pt idx="3">
                  <c:v>0</c:v>
                </c:pt>
                <c:pt idx="4">
                  <c:v>0</c:v>
                </c:pt>
                <c:pt idx="5">
                  <c:v>0</c:v>
                </c:pt>
                <c:pt idx="6">
                  <c:v>0</c:v>
                </c:pt>
                <c:pt idx="7">
                  <c:v>0.0001</c:v>
                </c:pt>
                <c:pt idx="8">
                  <c:v>0.0003</c:v>
                </c:pt>
                <c:pt idx="9">
                  <c:v>0.0009</c:v>
                </c:pt>
                <c:pt idx="10">
                  <c:v>0.0026</c:v>
                </c:pt>
                <c:pt idx="11">
                  <c:v>0.0087</c:v>
                </c:pt>
                <c:pt idx="12">
                  <c:v>0.0173</c:v>
                </c:pt>
                <c:pt idx="13">
                  <c:v>0.0351</c:v>
                </c:pt>
                <c:pt idx="14">
                  <c:v>0.0695</c:v>
                </c:pt>
                <c:pt idx="15">
                  <c:v>0.093</c:v>
                </c:pt>
                <c:pt idx="16">
                  <c:v>0.1248</c:v>
                </c:pt>
                <c:pt idx="17">
                  <c:v>0.1453</c:v>
                </c:pt>
                <c:pt idx="18">
                  <c:v>0.1437</c:v>
                </c:pt>
                <c:pt idx="19">
                  <c:v>0.1271</c:v>
                </c:pt>
                <c:pt idx="20">
                  <c:v>0.098</c:v>
                </c:pt>
                <c:pt idx="21">
                  <c:v>0.0648</c:v>
                </c:pt>
                <c:pt idx="22">
                  <c:v>0.0371</c:v>
                </c:pt>
                <c:pt idx="23">
                  <c:v>0.0186</c:v>
                </c:pt>
                <c:pt idx="24">
                  <c:v>0.0093</c:v>
                </c:pt>
                <c:pt idx="25">
                  <c:v>0.0031</c:v>
                </c:pt>
                <c:pt idx="26">
                  <c:v>0.0006</c:v>
                </c:pt>
                <c:pt idx="27">
                  <c:v>0.0001</c:v>
                </c:pt>
                <c:pt idx="28">
                  <c:v>0</c:v>
                </c:pt>
                <c:pt idx="29">
                  <c:v>0</c:v>
                </c:pt>
                <c:pt idx="30">
                  <c:v>0</c:v>
                </c:pt>
              </c:numCache>
            </c:numRef>
          </c:val>
        </c:ser>
        <c:ser>
          <c:idx val="1"/>
          <c:order val="1"/>
          <c:tx>
            <c:v>Humedad &lt; 70 %</c:v>
          </c:tx>
          <c:spPr>
            <a:solidFill xmlns:a="http://schemas.openxmlformats.org/drawingml/2006/main">
              <a:srgbClr val="173B59"/>
            </a:solidFill>
          </c:spPr>
          <c:invertIfNegative val="0"/>
          <c:cat>
            <c:numRef>
              <c:f>'Chart Data'!$C$2:$C$32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cat>
          <c:val>
            <c:numRef>
              <c:f>'Chart Data'!$D$2:$D$32</c:f>
              <c:numCache>
                <c:formatCode>0%</c:formatCode>
                <c:ptCount val="31"/>
                <c:pt idx="0">
                  <c:v>0.0144</c:v>
                </c:pt>
                <c:pt idx="1">
                  <c:v>0.0603</c:v>
                </c:pt>
                <c:pt idx="2">
                  <c:v>0.1327</c:v>
                </c:pt>
                <c:pt idx="3">
                  <c:v>0.2029</c:v>
                </c:pt>
                <c:pt idx="4">
                  <c:v>0.2181</c:v>
                </c:pt>
                <c:pt idx="5">
                  <c:v>0.163</c:v>
                </c:pt>
                <c:pt idx="6">
                  <c:v>0.11</c:v>
                </c:pt>
                <c:pt idx="7">
                  <c:v>0.0559</c:v>
                </c:pt>
                <c:pt idx="8">
                  <c:v>0.0274</c:v>
                </c:pt>
                <c:pt idx="9">
                  <c:v>0.0106</c:v>
                </c:pt>
                <c:pt idx="10">
                  <c:v>0.0039</c:v>
                </c:pt>
                <c:pt idx="11">
                  <c:v>0.0006</c:v>
                </c:pt>
                <c:pt idx="12">
                  <c:v>0.0001</c:v>
                </c:pt>
                <c:pt idx="13">
                  <c:v>0.0001</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showLegendKey val="0"/>
          <c:showVal val="0"/>
          <c:showCatName val="0"/>
          <c:showSerName val="0"/>
          <c:showPercent val="0"/>
          <c:showBubbleSize val="0"/>
          <c:showLeaderLines val="0"/>
        </c:dLbls>
        <c:gapWidth val="3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Nimbus Sans"/>
                    <a:ea typeface="Nimbus Sans"/>
                    <a:cs typeface="Nimbus Sans"/>
                  </a:rPr>
                  <a:t>Número de días</a:t>
                </a:r>
              </a:p>
            </c:rich>
          </c:tx>
          <c:overlay val="0"/>
          <c:txPr>
            <a:bodyPr xmlns:a="http://schemas.openxmlformats.org/drawingml/2006/main" anchorCtr="1"/>
            <a:lstStyle xmlns:a="http://schemas.openxmlformats.org/drawingml/2006/main"/>
            <a:p xmlns:a="http://schemas.openxmlformats.org/drawingml/2006/main">
              <a:pPr>
                <a:defRPr sz="1500">
                  <a:latin typeface="Nimbus Sans"/>
                  <a:ea typeface="Nimbus Sans"/>
                  <a:cs typeface="Nimbus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72768"/>
      </c:catAx>
      <c:valAx>
        <c:axId val="48672768"/>
        <c:scaling>
          <c:orientation val="minMax"/>
          <c:max val="0.25"/>
          <c:min val="0"/>
        </c:scaling>
        <c:delete val="0"/>
        <c:axPos val="l"/>
        <c:majorGridlines>
          <c:spPr>
            <a:ln xmlns:a="http://schemas.openxmlformats.org/drawingml/2006/main" w="9525">
              <a:solidFill>
                <a:srgbClr val="DB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873"/>
                </a:solidFill>
                <a:latin typeface="Nimbus Sans"/>
                <a:ea typeface="Nimbus Sans"/>
                <a:cs typeface="Nimbus Sans"/>
              </a:defRPr>
            </a:pPr>
          </a:p>
        </c:txPr>
        <c:crossAx val="48650112"/>
        <c:crossBetween val="between"/>
        <c:majorUnit val="0.0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03341"/>
              </a:solidFill>
              <a:latin typeface="Nimbus Sans"/>
              <a:ea typeface="Nimbus Sans"/>
              <a:cs typeface="Nimbus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5E8EBE-FC98-48E3-BE41-DECFAC8A6BCD}"/>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93C700EF-A4A2-4235-93A5-F7810D3B103F}"/>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Lluvia al día siguiente</a:t>
            </a:r>
          </a:p>
        </p:txBody>
      </p:sp>
      <p:sp>
        <p:nvSpPr>
          <p:cNvPr id="3" name="">
            <a:extLst xmlns:a="http://schemas.openxmlformats.org/drawingml/2006/main">
              <a:ext uri="{FF2B5EF4-FFF2-40B4-BE49-F238E27FC236}">
                <a16:creationId xmlns:a16="http://schemas.microsoft.com/office/drawing/2014/main" id="{62CC9FD2-DE86-4528-A014-2C4B6D34ABAB}"/>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48C366-44C8-42DA-8361-2D200663681E}"/>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Benjamín Araya  ·  00:00–00:40</a:t>
            </a:r>
          </a:p>
        </p:txBody>
      </p:sp>
      <p:sp>
        <p:nvSpPr>
          <p:cNvPr id="5" name="">
            <a:extLst xmlns:a="http://schemas.openxmlformats.org/drawingml/2006/main">
              <a:ext uri="{FF2B5EF4-FFF2-40B4-BE49-F238E27FC236}">
                <a16:creationId xmlns:a16="http://schemas.microsoft.com/office/drawing/2014/main" id="{0C205C97-80A6-42A2-95D0-7FB940CF2124}"/>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01 / 12</a:t>
            </a:r>
          </a:p>
        </p:txBody>
      </p:sp>
      <p:pic>
        <p:nvPicPr>
          <p:cNvPr id="6" name="">
            <a:extLst xmlns:a="http://schemas.openxmlformats.org/drawingml/2006/main">
              <a:ext uri="{FF2B5EF4-FFF2-40B4-BE49-F238E27FC236}">
                <a16:creationId xmlns:a16="http://schemas.microsoft.com/office/drawing/2014/main" id="{C4AEA142-04EF-41F2-8924-C0F852037340}"/>
              </a:ext>
            </a:extLst>
          </p:cNvPr>
          <p:cNvPicPr>
            <a:picLocks xmlns:a="http://schemas.openxmlformats.org/drawingml/2006/main" noChangeAspect="1"/>
          </p:cNvPicPr>
          <p:nvPr/>
        </p:nvPicPr>
        <p:blipFill>
          <a:blip xmlns:r="http://schemas.openxmlformats.org/officeDocument/2006/relationships" xmlns:a="http://schemas.openxmlformats.org/drawingml/2006/main" r:embed="R827ad4a899894782"/>
          <a:stretch xmlns:a="http://schemas.openxmlformats.org/drawingml/2006/main"/>
        </p:blipFill>
        <p:spPr>
          <a:xfrm xmlns:a="http://schemas.openxmlformats.org/drawingml/2006/main">
            <a:off x="9286875" y="1740037"/>
            <a:ext cx="2143125" cy="177772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4827A95-14D9-4F47-BB75-CF5226808D46}"/>
              </a:ext>
            </a:extLst>
          </p:cNvPr>
          <p:cNvSpPr>
            <a:spLocks xmlns:a="http://schemas.openxmlformats.org/drawingml/2006/main" noGrp="1"/>
          </p:cNvSpPr>
          <p:nvPr/>
        </p:nvSpPr>
        <p:spPr>
          <a:xfrm xmlns:a="http://schemas.openxmlformats.org/drawingml/2006/main">
            <a:off x="571500" y="1905000"/>
            <a:ext cx="8143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050" b="1">
                <a:solidFill>
                  <a:srgbClr val="173B59"/>
                </a:solidFill>
                <a:latin typeface="Nimbus Sans"/>
                <a:ea typeface="Nimbus Sans"/>
                <a:cs typeface="Nimbus Sans"/>
              </a:defRPr>
            </a:defPPr>
            <a:lvl1pPr algn="l">
              <a:defRPr sz="4050" b="1">
                <a:solidFill>
                  <a:srgbClr val="173B59"/>
                </a:solidFill>
                <a:latin typeface="Nimbus Sans"/>
                <a:ea typeface="Nimbus Sans"/>
                <a:cs typeface="Nimbus Sans"/>
              </a:defRPr>
            </a:lvl1pPr>
            <a:lvl2pPr algn="l">
              <a:defRPr sz="4050" b="1">
                <a:solidFill>
                  <a:srgbClr val="173B59"/>
                </a:solidFill>
                <a:latin typeface="Nimbus Sans"/>
                <a:ea typeface="Nimbus Sans"/>
                <a:cs typeface="Nimbus Sans"/>
              </a:defRPr>
            </a:lvl2pPr>
            <a:lvl3pPr algn="l">
              <a:defRPr sz="4050" b="1">
                <a:solidFill>
                  <a:srgbClr val="173B59"/>
                </a:solidFill>
                <a:latin typeface="Nimbus Sans"/>
                <a:ea typeface="Nimbus Sans"/>
                <a:cs typeface="Nimbus Sans"/>
              </a:defRPr>
            </a:lvl3pPr>
            <a:lvl4pPr algn="l">
              <a:defRPr sz="4050" b="1">
                <a:solidFill>
                  <a:srgbClr val="173B59"/>
                </a:solidFill>
                <a:latin typeface="Nimbus Sans"/>
                <a:ea typeface="Nimbus Sans"/>
                <a:cs typeface="Nimbus Sans"/>
              </a:defRPr>
            </a:lvl4pPr>
            <a:lvl5pPr algn="l">
              <a:defRPr sz="4050" b="1">
                <a:solidFill>
                  <a:srgbClr val="173B59"/>
                </a:solidFill>
                <a:latin typeface="Nimbus Sans"/>
                <a:ea typeface="Nimbus Sans"/>
                <a:cs typeface="Nimbus Sans"/>
              </a:defRPr>
            </a:lvl5pPr>
            <a:lvl6pPr algn="l">
              <a:defRPr sz="4050" b="1">
                <a:solidFill>
                  <a:srgbClr val="173B59"/>
                </a:solidFill>
                <a:latin typeface="Nimbus Sans"/>
                <a:ea typeface="Nimbus Sans"/>
                <a:cs typeface="Nimbus Sans"/>
              </a:defRPr>
            </a:lvl6pPr>
            <a:lvl7pPr algn="l">
              <a:defRPr sz="4050" b="1">
                <a:solidFill>
                  <a:srgbClr val="173B59"/>
                </a:solidFill>
                <a:latin typeface="Nimbus Sans"/>
                <a:ea typeface="Nimbus Sans"/>
                <a:cs typeface="Nimbus Sans"/>
              </a:defRPr>
            </a:lvl7pPr>
            <a:lvl8pPr algn="l">
              <a:defRPr sz="4050" b="1">
                <a:solidFill>
                  <a:srgbClr val="173B59"/>
                </a:solidFill>
                <a:latin typeface="Nimbus Sans"/>
                <a:ea typeface="Nimbus Sans"/>
                <a:cs typeface="Nimbus Sans"/>
              </a:defRPr>
            </a:lvl8pPr>
            <a:lvl9pPr algn="l">
              <a:defRPr sz="4050" b="1">
                <a:solidFill>
                  <a:srgbClr val="173B59"/>
                </a:solidFill>
                <a:latin typeface="Nimbus Sans"/>
                <a:ea typeface="Nimbus Sans"/>
                <a:cs typeface="Nimbus Sans"/>
              </a:defRPr>
            </a:lvl9pPr>
          </a:lstStyle>
          <a:p xmlns:a="http://schemas.openxmlformats.org/drawingml/2006/main">
            <a:pPr algn="l">
              <a:defRPr sz="4050" b="1">
                <a:solidFill>
                  <a:srgbClr val="173B59"/>
                </a:solidFill>
                <a:latin typeface="Nimbus Sans"/>
                <a:ea typeface="Nimbus Sans"/>
                <a:cs typeface="Nimbus Sans"/>
              </a:defRPr>
            </a:pPr>
            <a:r>
              <a:rPr sz="4050" b="1">
                <a:solidFill>
                  <a:srgbClr val="173B59"/>
                </a:solidFill>
                <a:latin typeface="Nimbus Sans"/>
                <a:ea typeface="Nimbus Sans"/>
                <a:cs typeface="Nimbus Sans"/>
              </a:rPr>
              <a:t>Rain in Australia</a:t>
            </a:r>
          </a:p>
        </p:txBody>
      </p:sp>
      <p:sp>
        <p:nvSpPr>
          <p:cNvPr id="8" name="">
            <a:extLst xmlns:a="http://schemas.openxmlformats.org/drawingml/2006/main">
              <a:ext uri="{FF2B5EF4-FFF2-40B4-BE49-F238E27FC236}">
                <a16:creationId xmlns:a16="http://schemas.microsoft.com/office/drawing/2014/main" id="{C70CED2B-8CAF-4F3C-A0D2-7C805D91F96F}"/>
              </a:ext>
            </a:extLst>
          </p:cNvPr>
          <p:cNvSpPr>
            <a:spLocks xmlns:a="http://schemas.openxmlformats.org/drawingml/2006/main" noGrp="1"/>
          </p:cNvSpPr>
          <p:nvPr/>
        </p:nvSpPr>
        <p:spPr>
          <a:xfrm xmlns:a="http://schemas.openxmlformats.org/drawingml/2006/main">
            <a:off x="571500" y="2809875"/>
            <a:ext cx="8143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138397"/>
                </a:solidFill>
                <a:latin typeface="Nimbus Sans"/>
                <a:ea typeface="Nimbus Sans"/>
                <a:cs typeface="Nimbus Sans"/>
              </a:defRPr>
            </a:defPPr>
            <a:lvl1pPr algn="l">
              <a:defRPr sz="2700" b="1">
                <a:solidFill>
                  <a:srgbClr val="138397"/>
                </a:solidFill>
                <a:latin typeface="Nimbus Sans"/>
                <a:ea typeface="Nimbus Sans"/>
                <a:cs typeface="Nimbus Sans"/>
              </a:defRPr>
            </a:lvl1pPr>
            <a:lvl2pPr algn="l">
              <a:defRPr sz="2700" b="1">
                <a:solidFill>
                  <a:srgbClr val="138397"/>
                </a:solidFill>
                <a:latin typeface="Nimbus Sans"/>
                <a:ea typeface="Nimbus Sans"/>
                <a:cs typeface="Nimbus Sans"/>
              </a:defRPr>
            </a:lvl2pPr>
            <a:lvl3pPr algn="l">
              <a:defRPr sz="2700" b="1">
                <a:solidFill>
                  <a:srgbClr val="138397"/>
                </a:solidFill>
                <a:latin typeface="Nimbus Sans"/>
                <a:ea typeface="Nimbus Sans"/>
                <a:cs typeface="Nimbus Sans"/>
              </a:defRPr>
            </a:lvl3pPr>
            <a:lvl4pPr algn="l">
              <a:defRPr sz="2700" b="1">
                <a:solidFill>
                  <a:srgbClr val="138397"/>
                </a:solidFill>
                <a:latin typeface="Nimbus Sans"/>
                <a:ea typeface="Nimbus Sans"/>
                <a:cs typeface="Nimbus Sans"/>
              </a:defRPr>
            </a:lvl4pPr>
            <a:lvl5pPr algn="l">
              <a:defRPr sz="2700" b="1">
                <a:solidFill>
                  <a:srgbClr val="138397"/>
                </a:solidFill>
                <a:latin typeface="Nimbus Sans"/>
                <a:ea typeface="Nimbus Sans"/>
                <a:cs typeface="Nimbus Sans"/>
              </a:defRPr>
            </a:lvl5pPr>
            <a:lvl6pPr algn="l">
              <a:defRPr sz="2700" b="1">
                <a:solidFill>
                  <a:srgbClr val="138397"/>
                </a:solidFill>
                <a:latin typeface="Nimbus Sans"/>
                <a:ea typeface="Nimbus Sans"/>
                <a:cs typeface="Nimbus Sans"/>
              </a:defRPr>
            </a:lvl6pPr>
            <a:lvl7pPr algn="l">
              <a:defRPr sz="2700" b="1">
                <a:solidFill>
                  <a:srgbClr val="138397"/>
                </a:solidFill>
                <a:latin typeface="Nimbus Sans"/>
                <a:ea typeface="Nimbus Sans"/>
                <a:cs typeface="Nimbus Sans"/>
              </a:defRPr>
            </a:lvl7pPr>
            <a:lvl8pPr algn="l">
              <a:defRPr sz="2700" b="1">
                <a:solidFill>
                  <a:srgbClr val="138397"/>
                </a:solidFill>
                <a:latin typeface="Nimbus Sans"/>
                <a:ea typeface="Nimbus Sans"/>
                <a:cs typeface="Nimbus Sans"/>
              </a:defRPr>
            </a:lvl8pPr>
            <a:lvl9pPr algn="l">
              <a:defRPr sz="2700" b="1">
                <a:solidFill>
                  <a:srgbClr val="138397"/>
                </a:solidFill>
                <a:latin typeface="Nimbus Sans"/>
                <a:ea typeface="Nimbus Sans"/>
                <a:cs typeface="Nimbus Sans"/>
              </a:defRPr>
            </a:lvl9pPr>
          </a:lstStyle>
          <a:p xmlns:a="http://schemas.openxmlformats.org/drawingml/2006/main">
            <a:pPr algn="l">
              <a:defRPr sz="2700" b="1">
                <a:solidFill>
                  <a:srgbClr val="138397"/>
                </a:solidFill>
                <a:latin typeface="Nimbus Sans"/>
                <a:ea typeface="Nimbus Sans"/>
                <a:cs typeface="Nimbus Sans"/>
              </a:defRPr>
            </a:pPr>
            <a:r>
              <a:rPr sz="2700" b="1">
                <a:solidFill>
                  <a:srgbClr val="138397"/>
                </a:solidFill>
                <a:latin typeface="Nimbus Sans"/>
                <a:ea typeface="Nimbus Sans"/>
                <a:cs typeface="Nimbus Sans"/>
              </a:rPr>
              <a:t>Modelamiento predictivo integrado</a:t>
            </a:r>
          </a:p>
          <a:p xmlns:a="http://schemas.openxmlformats.org/drawingml/2006/main">
            <a:pPr algn="l">
              <a:defRPr sz="2700" b="1">
                <a:solidFill>
                  <a:srgbClr val="138397"/>
                </a:solidFill>
                <a:latin typeface="Nimbus Sans"/>
                <a:ea typeface="Nimbus Sans"/>
                <a:cs typeface="Nimbus Sans"/>
              </a:defRPr>
            </a:pPr>
            <a:r>
              <a:rPr sz="2700" b="1">
                <a:solidFill>
                  <a:srgbClr val="138397"/>
                </a:solidFill>
                <a:latin typeface="Nimbus Sans"/>
                <a:ea typeface="Nimbus Sans"/>
                <a:cs typeface="Nimbus Sans"/>
              </a:rPr>
              <a:t>S1 → S2 → S3</a:t>
            </a:r>
          </a:p>
        </p:txBody>
      </p:sp>
      <p:sp>
        <p:nvSpPr>
          <p:cNvPr id="9" name="">
            <a:extLst xmlns:a="http://schemas.openxmlformats.org/drawingml/2006/main">
              <a:ext uri="{FF2B5EF4-FFF2-40B4-BE49-F238E27FC236}">
                <a16:creationId xmlns:a16="http://schemas.microsoft.com/office/drawing/2014/main" id="{8EF825E3-5638-4B81-880F-CC66575A0D46}"/>
              </a:ext>
            </a:extLst>
          </p:cNvPr>
          <p:cNvSpPr>
            <a:spLocks xmlns:a="http://schemas.openxmlformats.org/drawingml/2006/main" noGrp="1"/>
          </p:cNvSpPr>
          <p:nvPr/>
        </p:nvSpPr>
        <p:spPr>
          <a:xfrm xmlns:a="http://schemas.openxmlformats.org/drawingml/2006/main">
            <a:off x="571500" y="404812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0">
                <a:solidFill>
                  <a:srgbClr val="203341"/>
                </a:solidFill>
                <a:latin typeface="Nimbus Sans"/>
                <a:ea typeface="Nimbus Sans"/>
                <a:cs typeface="Nimbus Sans"/>
              </a:defRPr>
            </a:defPPr>
            <a:lvl1pPr algn="l">
              <a:defRPr sz="2025" b="0">
                <a:solidFill>
                  <a:srgbClr val="203341"/>
                </a:solidFill>
                <a:latin typeface="Nimbus Sans"/>
                <a:ea typeface="Nimbus Sans"/>
                <a:cs typeface="Nimbus Sans"/>
              </a:defRPr>
            </a:lvl1pPr>
            <a:lvl2pPr algn="l">
              <a:defRPr sz="2025" b="0">
                <a:solidFill>
                  <a:srgbClr val="203341"/>
                </a:solidFill>
                <a:latin typeface="Nimbus Sans"/>
                <a:ea typeface="Nimbus Sans"/>
                <a:cs typeface="Nimbus Sans"/>
              </a:defRPr>
            </a:lvl2pPr>
            <a:lvl3pPr algn="l">
              <a:defRPr sz="2025" b="0">
                <a:solidFill>
                  <a:srgbClr val="203341"/>
                </a:solidFill>
                <a:latin typeface="Nimbus Sans"/>
                <a:ea typeface="Nimbus Sans"/>
                <a:cs typeface="Nimbus Sans"/>
              </a:defRPr>
            </a:lvl3pPr>
            <a:lvl4pPr algn="l">
              <a:defRPr sz="2025" b="0">
                <a:solidFill>
                  <a:srgbClr val="203341"/>
                </a:solidFill>
                <a:latin typeface="Nimbus Sans"/>
                <a:ea typeface="Nimbus Sans"/>
                <a:cs typeface="Nimbus Sans"/>
              </a:defRPr>
            </a:lvl4pPr>
            <a:lvl5pPr algn="l">
              <a:defRPr sz="2025" b="0">
                <a:solidFill>
                  <a:srgbClr val="203341"/>
                </a:solidFill>
                <a:latin typeface="Nimbus Sans"/>
                <a:ea typeface="Nimbus Sans"/>
                <a:cs typeface="Nimbus Sans"/>
              </a:defRPr>
            </a:lvl5pPr>
            <a:lvl6pPr algn="l">
              <a:defRPr sz="2025" b="0">
                <a:solidFill>
                  <a:srgbClr val="203341"/>
                </a:solidFill>
                <a:latin typeface="Nimbus Sans"/>
                <a:ea typeface="Nimbus Sans"/>
                <a:cs typeface="Nimbus Sans"/>
              </a:defRPr>
            </a:lvl6pPr>
            <a:lvl7pPr algn="l">
              <a:defRPr sz="2025" b="0">
                <a:solidFill>
                  <a:srgbClr val="203341"/>
                </a:solidFill>
                <a:latin typeface="Nimbus Sans"/>
                <a:ea typeface="Nimbus Sans"/>
                <a:cs typeface="Nimbus Sans"/>
              </a:defRPr>
            </a:lvl7pPr>
            <a:lvl8pPr algn="l">
              <a:defRPr sz="2025" b="0">
                <a:solidFill>
                  <a:srgbClr val="203341"/>
                </a:solidFill>
                <a:latin typeface="Nimbus Sans"/>
                <a:ea typeface="Nimbus Sans"/>
                <a:cs typeface="Nimbus Sans"/>
              </a:defRPr>
            </a:lvl8pPr>
            <a:lvl9pPr algn="l">
              <a:defRPr sz="2025" b="0">
                <a:solidFill>
                  <a:srgbClr val="203341"/>
                </a:solidFill>
                <a:latin typeface="Nimbus Sans"/>
                <a:ea typeface="Nimbus Sans"/>
                <a:cs typeface="Nimbus Sans"/>
              </a:defRPr>
            </a:lvl9pPr>
          </a:lstStyle>
          <a:p xmlns:a="http://schemas.openxmlformats.org/drawingml/2006/main">
            <a:pPr algn="l">
              <a:defRPr sz="2025" b="0">
                <a:solidFill>
                  <a:srgbClr val="203341"/>
                </a:solidFill>
                <a:latin typeface="Nimbus Sans"/>
                <a:ea typeface="Nimbus Sans"/>
                <a:cs typeface="Nimbus Sans"/>
              </a:defRPr>
            </a:pPr>
            <a:r>
              <a:rPr sz="2025" b="0">
                <a:solidFill>
                  <a:srgbClr val="203341"/>
                </a:solidFill>
                <a:latin typeface="Nimbus Sans"/>
                <a:ea typeface="Nimbus Sans"/>
                <a:cs typeface="Nimbus Sans"/>
              </a:rPr>
              <a:t>Magíster en Ciencia de Datos e Inteligencia Artificial</a:t>
            </a:r>
          </a:p>
        </p:txBody>
      </p:sp>
      <p:sp>
        <p:nvSpPr>
          <p:cNvPr id="10" name="">
            <a:extLst xmlns:a="http://schemas.openxmlformats.org/drawingml/2006/main">
              <a:ext uri="{FF2B5EF4-FFF2-40B4-BE49-F238E27FC236}">
                <a16:creationId xmlns:a16="http://schemas.microsoft.com/office/drawing/2014/main" id="{1CFAC399-D40C-45A6-8BE7-A5D32F739619}"/>
              </a:ext>
            </a:extLst>
          </p:cNvPr>
          <p:cNvSpPr>
            <a:spLocks xmlns:a="http://schemas.openxmlformats.org/drawingml/2006/main" noGrp="1"/>
          </p:cNvSpPr>
          <p:nvPr/>
        </p:nvSpPr>
        <p:spPr>
          <a:xfrm xmlns:a="http://schemas.openxmlformats.org/drawingml/2006/main">
            <a:off x="571500" y="5095875"/>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203341"/>
                </a:solidFill>
                <a:latin typeface="Nimbus Sans"/>
                <a:ea typeface="Nimbus Sans"/>
                <a:cs typeface="Nimbus Sans"/>
              </a:defRPr>
            </a:defPPr>
            <a:lvl1pPr algn="l">
              <a:defRPr sz="2100" b="0">
                <a:solidFill>
                  <a:srgbClr val="203341"/>
                </a:solidFill>
                <a:latin typeface="Nimbus Sans"/>
                <a:ea typeface="Nimbus Sans"/>
                <a:cs typeface="Nimbus Sans"/>
              </a:defRPr>
            </a:lvl1pPr>
            <a:lvl2pPr algn="l">
              <a:defRPr sz="2100" b="0">
                <a:solidFill>
                  <a:srgbClr val="203341"/>
                </a:solidFill>
                <a:latin typeface="Nimbus Sans"/>
                <a:ea typeface="Nimbus Sans"/>
                <a:cs typeface="Nimbus Sans"/>
              </a:defRPr>
            </a:lvl2pPr>
            <a:lvl3pPr algn="l">
              <a:defRPr sz="2100" b="0">
                <a:solidFill>
                  <a:srgbClr val="203341"/>
                </a:solidFill>
                <a:latin typeface="Nimbus Sans"/>
                <a:ea typeface="Nimbus Sans"/>
                <a:cs typeface="Nimbus Sans"/>
              </a:defRPr>
            </a:lvl3pPr>
            <a:lvl4pPr algn="l">
              <a:defRPr sz="2100" b="0">
                <a:solidFill>
                  <a:srgbClr val="203341"/>
                </a:solidFill>
                <a:latin typeface="Nimbus Sans"/>
                <a:ea typeface="Nimbus Sans"/>
                <a:cs typeface="Nimbus Sans"/>
              </a:defRPr>
            </a:lvl4pPr>
            <a:lvl5pPr algn="l">
              <a:defRPr sz="2100" b="0">
                <a:solidFill>
                  <a:srgbClr val="203341"/>
                </a:solidFill>
                <a:latin typeface="Nimbus Sans"/>
                <a:ea typeface="Nimbus Sans"/>
                <a:cs typeface="Nimbus Sans"/>
              </a:defRPr>
            </a:lvl5pPr>
            <a:lvl6pPr algn="l">
              <a:defRPr sz="2100" b="0">
                <a:solidFill>
                  <a:srgbClr val="203341"/>
                </a:solidFill>
                <a:latin typeface="Nimbus Sans"/>
                <a:ea typeface="Nimbus Sans"/>
                <a:cs typeface="Nimbus Sans"/>
              </a:defRPr>
            </a:lvl6pPr>
            <a:lvl7pPr algn="l">
              <a:defRPr sz="2100" b="0">
                <a:solidFill>
                  <a:srgbClr val="203341"/>
                </a:solidFill>
                <a:latin typeface="Nimbus Sans"/>
                <a:ea typeface="Nimbus Sans"/>
                <a:cs typeface="Nimbus Sans"/>
              </a:defRPr>
            </a:lvl7pPr>
            <a:lvl8pPr algn="l">
              <a:defRPr sz="2100" b="0">
                <a:solidFill>
                  <a:srgbClr val="203341"/>
                </a:solidFill>
                <a:latin typeface="Nimbus Sans"/>
                <a:ea typeface="Nimbus Sans"/>
                <a:cs typeface="Nimbus Sans"/>
              </a:defRPr>
            </a:lvl8pPr>
            <a:lvl9pPr algn="l">
              <a:defRPr sz="2100" b="0">
                <a:solidFill>
                  <a:srgbClr val="203341"/>
                </a:solidFill>
                <a:latin typeface="Nimbus Sans"/>
                <a:ea typeface="Nimbus Sans"/>
                <a:cs typeface="Nimbus Sans"/>
              </a:defRPr>
            </a:lvl9pPr>
          </a:lstStyle>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Benjamín Araya  ·  Alan Cañete</a:t>
            </a:r>
          </a:p>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Patricio Cortez  ·  Jorge Guaico</a:t>
            </a:r>
          </a:p>
        </p:txBody>
      </p:sp>
    </p:spTree>
    <p:extLst>
      <p:ext uri="{BB962C8B-B14F-4D97-AF65-F5344CB8AC3E}">
        <p14:creationId xmlns:p14="http://schemas.microsoft.com/office/powerpoint/2010/main" val="7286889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4A5F4A-E2E5-43FC-9800-091183A3E581}"/>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58DAE32B-136D-45F1-A6B0-203FBBD14732}"/>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Cada fase modifica una decisión</a:t>
            </a:r>
          </a:p>
        </p:txBody>
      </p:sp>
      <p:sp>
        <p:nvSpPr>
          <p:cNvPr id="3" name="">
            <a:extLst xmlns:a="http://schemas.openxmlformats.org/drawingml/2006/main">
              <a:ext uri="{FF2B5EF4-FFF2-40B4-BE49-F238E27FC236}">
                <a16:creationId xmlns:a16="http://schemas.microsoft.com/office/drawing/2014/main" id="{CB620281-AB60-4471-8EE9-423C536A0584}"/>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94AA69-57A0-4395-ADD8-AC49945878E7}"/>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Benjamín Araya  ·  00:40–01:35</a:t>
            </a:r>
          </a:p>
        </p:txBody>
      </p:sp>
      <p:sp>
        <p:nvSpPr>
          <p:cNvPr id="5" name="">
            <a:extLst xmlns:a="http://schemas.openxmlformats.org/drawingml/2006/main">
              <a:ext uri="{FF2B5EF4-FFF2-40B4-BE49-F238E27FC236}">
                <a16:creationId xmlns:a16="http://schemas.microsoft.com/office/drawing/2014/main" id="{145A5FDF-0CBB-4259-A505-54A9BDEC69B2}"/>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02 / 12</a:t>
            </a:r>
          </a:p>
        </p:txBody>
      </p:sp>
      <p:graphicFrame>
        <p:nvGraphicFramePr>
          <p:cNvPr id="6" name="">
            <a:extLst xmlns:a="http://schemas.openxmlformats.org/drawingml/2006/main">
              <a:ext uri="{FF2B5EF4-FFF2-40B4-BE49-F238E27FC236}">
                <a16:creationId xmlns:a16="http://schemas.microsoft.com/office/drawing/2014/main" id="{6D5A6B68-6A5F-488E-8F5A-D07C253606A0}"/>
              </a:ext>
            </a:extLst>
          </p:cNvPr>
          <p:cNvGraphicFramePr/>
          <p:nvPr/>
        </p:nvGraphicFramePr>
        <p:xfrm>
          <a:off xmlns:a="http://schemas.openxmlformats.org/drawingml/2006/main" x="571500" y="1666875"/>
          <a:ext xmlns:a="http://schemas.openxmlformats.org/drawingml/2006/main" cx="11049000" cy="3714750"/>
        </p:xfrm>
        <a:graphic xmlns:a="http://schemas.openxmlformats.org/drawingml/2006/main">
          <a:graphicData uri="http://schemas.openxmlformats.org/drawingml/2006/table">
            <a:tbl>
              <a:tblPr/>
              <a:tblGrid>
                <a:gridCol w="1047750"/>
                <a:gridCol w="5000625"/>
                <a:gridCol w="5000625"/>
              </a:tblGrid>
              <a:tr h="742950">
                <a:tc>
                  <a:txBody>
                    <a:bodyPr/>
                    <a:lstStyle/>
                    <a:p>
                      <a:pPr algn="l"/>
                      <a:r>
                        <a:rPr sz="1725" b="1">
                          <a:solidFill>
                            <a:srgbClr val="FFFFFF"/>
                          </a:solidFill>
                          <a:latin typeface="Nimbus Sans"/>
                          <a:ea typeface="Nimbus Sans"/>
                          <a:cs typeface="Nimbus Sans"/>
                        </a:rPr>
                        <a:t>Fase</a:t>
                      </a:r>
                    </a:p>
                  </a:txBody>
                  <a:tcPr marL="114300" marR="114300" marT="76200" marB="76200" anchor="ctr">
                    <a:lnL w="9525">
                      <a:solidFill>
                        <a:srgbClr val="DBE3E8"/>
                      </a:solidFill>
                      <a:prstDash val="solid"/>
                    </a:lnL>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725" b="1">
                          <a:solidFill>
                            <a:srgbClr val="FFFFFF"/>
                          </a:solidFill>
                          <a:latin typeface="Nimbus Sans"/>
                          <a:ea typeface="Nimbus Sans"/>
                          <a:cs typeface="Nimbus Sans"/>
                        </a:rPr>
                        <a:t>Hallazgo conservado</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725" b="1">
                          <a:solidFill>
                            <a:srgbClr val="FFFFFF"/>
                          </a:solidFill>
                          <a:latin typeface="Nimbus Sans"/>
                          <a:ea typeface="Nimbus Sans"/>
                          <a:cs typeface="Nimbus Sans"/>
                        </a:rPr>
                        <a:t>Decisión del cierre</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r>
              <a:tr h="742950">
                <a:tc>
                  <a:txBody>
                    <a:bodyPr/>
                    <a:lstStyle/>
                    <a:p>
                      <a:pPr algn="l"/>
                      <a:r>
                        <a:rPr sz="1725" b="0">
                          <a:solidFill>
                            <a:srgbClr val="203341"/>
                          </a:solidFill>
                          <a:latin typeface="Nimbus Sans"/>
                          <a:ea typeface="Nimbus Sans"/>
                          <a:cs typeface="Nimbus Sans"/>
                        </a:rPr>
                        <a:t>S1</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725" b="0">
                          <a:solidFill>
                            <a:srgbClr val="203341"/>
                          </a:solidFill>
                          <a:latin typeface="Nimbus Sans"/>
                          <a:ea typeface="Nimbus Sans"/>
                          <a:cs typeface="Nimbus Sans"/>
                        </a:rPr>
                        <a:t>Sunshine ausente en 48,01 % del archivo</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725" b="0">
                          <a:solidFill>
                            <a:srgbClr val="203341"/>
                          </a:solidFill>
                          <a:latin typeface="Nimbus Sans"/>
                          <a:ea typeface="Nimbus Sans"/>
                          <a:cs typeface="Nimbus Sans"/>
                        </a:rPr>
                        <a:t>Comparar eliminación, mediana y regresión</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742950">
                <a:tc>
                  <a:txBody>
                    <a:bodyPr/>
                    <a:lstStyle/>
                    <a:p>
                      <a:pPr algn="l"/>
                      <a:r>
                        <a:rPr sz="1725" b="0">
                          <a:solidFill>
                            <a:srgbClr val="203341"/>
                          </a:solidFill>
                          <a:latin typeface="Nimbus Sans"/>
                          <a:ea typeface="Nimbus Sans"/>
                          <a:cs typeface="Nimbus Sans"/>
                        </a:rPr>
                        <a:t>S2</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1725" b="0">
                          <a:solidFill>
                            <a:srgbClr val="203341"/>
                          </a:solidFill>
                          <a:latin typeface="Nimbus Sans"/>
                          <a:ea typeface="Nimbus Sans"/>
                          <a:cs typeface="Nimbus Sans"/>
                        </a:rPr>
                        <a:t>MaxTemp–Temp3pm: ρ = 0,984</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725" b="0">
                          <a:solidFill>
                            <a:srgbClr val="203341"/>
                          </a:solidFill>
                          <a:latin typeface="Nimbus Sans"/>
                          <a:ea typeface="Nimbus Sans"/>
                          <a:cs typeface="Nimbus Sans"/>
                        </a:rPr>
                        <a:t>Evitar redundancia en clasificación</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r h="742950">
                <a:tc>
                  <a:txBody>
                    <a:bodyPr/>
                    <a:lstStyle/>
                    <a:p>
                      <a:pPr algn="l"/>
                      <a:r>
                        <a:rPr sz="1725" b="0">
                          <a:solidFill>
                            <a:srgbClr val="203341"/>
                          </a:solidFill>
                          <a:latin typeface="Nimbus Sans"/>
                          <a:ea typeface="Nimbus Sans"/>
                          <a:cs typeface="Nimbus Sans"/>
                        </a:rPr>
                        <a:t>S2</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725" b="0">
                          <a:solidFill>
                            <a:srgbClr val="203341"/>
                          </a:solidFill>
                          <a:latin typeface="Nimbus Sans"/>
                          <a:ea typeface="Nimbus Sans"/>
                          <a:cs typeface="Nimbus Sans"/>
                        </a:rPr>
                        <a:t>Humedad–lluvia: ρ 0,444 → 0,307 con filtro</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725" b="0">
                          <a:solidFill>
                            <a:srgbClr val="203341"/>
                          </a:solidFill>
                          <a:latin typeface="Nimbus Sans"/>
                          <a:ea typeface="Nimbus Sans"/>
                          <a:cs typeface="Nimbus Sans"/>
                        </a:rPr>
                        <a:t>Conservar extremos plausibles; evaluar log1p</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742950">
                <a:tc>
                  <a:txBody>
                    <a:bodyPr/>
                    <a:lstStyle/>
                    <a:p>
                      <a:pPr algn="l"/>
                      <a:r>
                        <a:rPr sz="1725" b="0">
                          <a:solidFill>
                            <a:srgbClr val="203341"/>
                          </a:solidFill>
                          <a:latin typeface="Nimbus Sans"/>
                          <a:ea typeface="Nimbus Sans"/>
                          <a:cs typeface="Nimbus Sans"/>
                        </a:rPr>
                        <a:t>F2</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1725" b="0">
                          <a:solidFill>
                            <a:srgbClr val="203341"/>
                          </a:solidFill>
                          <a:latin typeface="Nimbus Sans"/>
                          <a:ea typeface="Nimbus Sans"/>
                          <a:cs typeface="Nimbus Sans"/>
                        </a:rPr>
                        <a:t>Recall = 39,82 %; 5.755 omisiones</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725" b="0">
                          <a:solidFill>
                            <a:srgbClr val="203341"/>
                          </a:solidFill>
                          <a:latin typeface="Nimbus Sans"/>
                          <a:ea typeface="Nimbus Sans"/>
                          <a:cs typeface="Nimbus Sans"/>
                        </a:rPr>
                        <a:t>Reproducir referencia; valorar detección y alertas</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bl>
          </a:graphicData>
        </a:graphic>
      </p:graphicFrame>
      <p:sp>
        <p:nvSpPr>
          <p:cNvPr id="7" name="">
            <a:extLst xmlns:a="http://schemas.openxmlformats.org/drawingml/2006/main">
              <a:ext uri="{FF2B5EF4-FFF2-40B4-BE49-F238E27FC236}">
                <a16:creationId xmlns:a16="http://schemas.microsoft.com/office/drawing/2014/main" id="{955FB5A5-7DEE-4A26-A38D-E315CD43C41D}"/>
              </a:ext>
            </a:extLst>
          </p:cNvPr>
          <p:cNvSpPr>
            <a:spLocks xmlns:a="http://schemas.openxmlformats.org/drawingml/2006/main" noGrp="1"/>
          </p:cNvSpPr>
          <p:nvPr/>
        </p:nvSpPr>
        <p:spPr>
          <a:xfrm xmlns:a="http://schemas.openxmlformats.org/drawingml/2006/main">
            <a:off x="571500" y="561975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38397"/>
                </a:solidFill>
                <a:latin typeface="Nimbus Sans"/>
                <a:ea typeface="Nimbus Sans"/>
                <a:cs typeface="Nimbus Sans"/>
              </a:defRPr>
            </a:defPPr>
            <a:lvl1pPr algn="l">
              <a:defRPr sz="1875" b="1">
                <a:solidFill>
                  <a:srgbClr val="138397"/>
                </a:solidFill>
                <a:latin typeface="Nimbus Sans"/>
                <a:ea typeface="Nimbus Sans"/>
                <a:cs typeface="Nimbus Sans"/>
              </a:defRPr>
            </a:lvl1pPr>
            <a:lvl2pPr algn="l">
              <a:defRPr sz="1875" b="1">
                <a:solidFill>
                  <a:srgbClr val="138397"/>
                </a:solidFill>
                <a:latin typeface="Nimbus Sans"/>
                <a:ea typeface="Nimbus Sans"/>
                <a:cs typeface="Nimbus Sans"/>
              </a:defRPr>
            </a:lvl2pPr>
            <a:lvl3pPr algn="l">
              <a:defRPr sz="1875" b="1">
                <a:solidFill>
                  <a:srgbClr val="138397"/>
                </a:solidFill>
                <a:latin typeface="Nimbus Sans"/>
                <a:ea typeface="Nimbus Sans"/>
                <a:cs typeface="Nimbus Sans"/>
              </a:defRPr>
            </a:lvl3pPr>
            <a:lvl4pPr algn="l">
              <a:defRPr sz="1875" b="1">
                <a:solidFill>
                  <a:srgbClr val="138397"/>
                </a:solidFill>
                <a:latin typeface="Nimbus Sans"/>
                <a:ea typeface="Nimbus Sans"/>
                <a:cs typeface="Nimbus Sans"/>
              </a:defRPr>
            </a:lvl4pPr>
            <a:lvl5pPr algn="l">
              <a:defRPr sz="1875" b="1">
                <a:solidFill>
                  <a:srgbClr val="138397"/>
                </a:solidFill>
                <a:latin typeface="Nimbus Sans"/>
                <a:ea typeface="Nimbus Sans"/>
                <a:cs typeface="Nimbus Sans"/>
              </a:defRPr>
            </a:lvl5pPr>
            <a:lvl6pPr algn="l">
              <a:defRPr sz="1875" b="1">
                <a:solidFill>
                  <a:srgbClr val="138397"/>
                </a:solidFill>
                <a:latin typeface="Nimbus Sans"/>
                <a:ea typeface="Nimbus Sans"/>
                <a:cs typeface="Nimbus Sans"/>
              </a:defRPr>
            </a:lvl6pPr>
            <a:lvl7pPr algn="l">
              <a:defRPr sz="1875" b="1">
                <a:solidFill>
                  <a:srgbClr val="138397"/>
                </a:solidFill>
                <a:latin typeface="Nimbus Sans"/>
                <a:ea typeface="Nimbus Sans"/>
                <a:cs typeface="Nimbus Sans"/>
              </a:defRPr>
            </a:lvl7pPr>
            <a:lvl8pPr algn="l">
              <a:defRPr sz="1875" b="1">
                <a:solidFill>
                  <a:srgbClr val="138397"/>
                </a:solidFill>
                <a:latin typeface="Nimbus Sans"/>
                <a:ea typeface="Nimbus Sans"/>
                <a:cs typeface="Nimbus Sans"/>
              </a:defRPr>
            </a:lvl8pPr>
            <a:lvl9pPr algn="l">
              <a:defRPr sz="1875" b="1">
                <a:solidFill>
                  <a:srgbClr val="138397"/>
                </a:solidFill>
                <a:latin typeface="Nimbus Sans"/>
                <a:ea typeface="Nimbus Sans"/>
                <a:cs typeface="Nimbus Sans"/>
              </a:defRPr>
            </a:lvl9pPr>
          </a:lstStyle>
          <a:p xmlns:a="http://schemas.openxmlformats.org/drawingml/2006/main">
            <a:pPr algn="l">
              <a:defRPr sz="1875" b="1">
                <a:solidFill>
                  <a:srgbClr val="138397"/>
                </a:solidFill>
                <a:latin typeface="Nimbus Sans"/>
                <a:ea typeface="Nimbus Sans"/>
                <a:cs typeface="Nimbus Sans"/>
              </a:defRPr>
            </a:pPr>
            <a:r>
              <a:rPr sz="1875" b="1">
                <a:solidFill>
                  <a:srgbClr val="138397"/>
                </a:solidFill>
                <a:latin typeface="Nimbus Sans"/>
                <a:ea typeface="Nimbus Sans"/>
                <a:cs typeface="Nimbus Sans"/>
              </a:rPr>
              <a:t>La evidencia previa modifica decisiones; no sustituye el ajuste dentro de entrenamiento.</a:t>
            </a:r>
          </a:p>
        </p:txBody>
      </p:sp>
    </p:spTree>
    <p:extLst>
      <p:ext uri="{BB962C8B-B14F-4D97-AF65-F5344CB8AC3E}">
        <p14:creationId xmlns:p14="http://schemas.microsoft.com/office/powerpoint/2010/main" val="19189499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7966822-8EEE-4B35-BF4C-C533AD46B642}"/>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3B18929B-6B30-4626-89FE-719DFCD258E5}"/>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La referencia exige detectar mejor la lluvia</a:t>
            </a:r>
          </a:p>
        </p:txBody>
      </p:sp>
      <p:sp>
        <p:nvSpPr>
          <p:cNvPr id="3" name="">
            <a:extLst xmlns:a="http://schemas.openxmlformats.org/drawingml/2006/main">
              <a:ext uri="{FF2B5EF4-FFF2-40B4-BE49-F238E27FC236}">
                <a16:creationId xmlns:a16="http://schemas.microsoft.com/office/drawing/2014/main" id="{79ACD0DF-39BC-4491-836E-489A30C28E7E}"/>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A7FE62-FE0F-4A71-A030-702F6F92FE8F}"/>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Benjamín Araya  ·  01:35–02:30</a:t>
            </a:r>
          </a:p>
        </p:txBody>
      </p:sp>
      <p:sp>
        <p:nvSpPr>
          <p:cNvPr id="5" name="">
            <a:extLst xmlns:a="http://schemas.openxmlformats.org/drawingml/2006/main">
              <a:ext uri="{FF2B5EF4-FFF2-40B4-BE49-F238E27FC236}">
                <a16:creationId xmlns:a16="http://schemas.microsoft.com/office/drawing/2014/main" id="{F2BE3016-B4DE-452B-BC40-CBDEB46629CB}"/>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03 / 12</a:t>
            </a:r>
          </a:p>
        </p:txBody>
      </p:sp>
      <p:graphicFrame>
        <p:nvGraphicFramePr>
          <p:cNvPr id="6" name="Chart">
            <a:extLst xmlns:a="http://schemas.openxmlformats.org/drawingml/2006/main">
              <a:ext uri="{FF2B5EF4-FFF2-40B4-BE49-F238E27FC236}">
                <a16:creationId xmlns:a16="http://schemas.microsoft.com/office/drawing/2014/main" id="{CAFFFA76-B7F4-4CA2-A4F3-9871CB19A25A}"/>
              </a:ext>
            </a:extLst>
          </p:cNvPr>
          <p:cNvGraphicFramePr/>
          <p:nvPr/>
        </p:nvGraphicFramePr>
        <p:xfrm>
          <a:off xmlns:a="http://schemas.openxmlformats.org/drawingml/2006/main" x="523875" y="1714500"/>
          <a:ext xmlns:a="http://schemas.openxmlformats.org/drawingml/2006/main" cx="6667500" cy="4048125"/>
        </p:xfrm>
        <a:graphic xmlns:a="http://schemas.openxmlformats.org/drawingml/2006/main">
          <a:graphicData uri="http://schemas.openxmlformats.org/drawingml/2006/chart">
            <c:chart xmlns:r="http://schemas.openxmlformats.org/officeDocument/2006/relationships" xmlns:c="http://schemas.openxmlformats.org/drawingml/2006/chart" r:id="R662e93442a3c44e6"/>
          </a:graphicData>
        </a:graphic>
      </p:graphicFrame>
      <p:sp>
        <p:nvSpPr>
          <p:cNvPr id="7" name="">
            <a:extLst xmlns:a="http://schemas.openxmlformats.org/drawingml/2006/main">
              <a:ext uri="{FF2B5EF4-FFF2-40B4-BE49-F238E27FC236}">
                <a16:creationId xmlns:a16="http://schemas.microsoft.com/office/drawing/2014/main" id="{DFD96437-C0E9-42C4-81E6-6722751EE1B8}"/>
              </a:ext>
            </a:extLst>
          </p:cNvPr>
          <p:cNvSpPr>
            <a:spLocks xmlns:a="http://schemas.openxmlformats.org/drawingml/2006/main" noGrp="1"/>
          </p:cNvSpPr>
          <p:nvPr/>
        </p:nvSpPr>
        <p:spPr>
          <a:xfrm xmlns:a="http://schemas.openxmlformats.org/drawingml/2006/main">
            <a:off x="7762875" y="1952625"/>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600" b="1">
                <a:solidFill>
                  <a:srgbClr val="138397"/>
                </a:solidFill>
                <a:latin typeface="Nimbus Sans"/>
                <a:ea typeface="Nimbus Sans"/>
                <a:cs typeface="Nimbus Sans"/>
              </a:defRPr>
            </a:defPPr>
            <a:lvl1pPr algn="l">
              <a:defRPr sz="3600" b="1">
                <a:solidFill>
                  <a:srgbClr val="138397"/>
                </a:solidFill>
                <a:latin typeface="Nimbus Sans"/>
                <a:ea typeface="Nimbus Sans"/>
                <a:cs typeface="Nimbus Sans"/>
              </a:defRPr>
            </a:lvl1pPr>
            <a:lvl2pPr algn="l">
              <a:defRPr sz="3600" b="1">
                <a:solidFill>
                  <a:srgbClr val="138397"/>
                </a:solidFill>
                <a:latin typeface="Nimbus Sans"/>
                <a:ea typeface="Nimbus Sans"/>
                <a:cs typeface="Nimbus Sans"/>
              </a:defRPr>
            </a:lvl2pPr>
            <a:lvl3pPr algn="l">
              <a:defRPr sz="3600" b="1">
                <a:solidFill>
                  <a:srgbClr val="138397"/>
                </a:solidFill>
                <a:latin typeface="Nimbus Sans"/>
                <a:ea typeface="Nimbus Sans"/>
                <a:cs typeface="Nimbus Sans"/>
              </a:defRPr>
            </a:lvl3pPr>
            <a:lvl4pPr algn="l">
              <a:defRPr sz="3600" b="1">
                <a:solidFill>
                  <a:srgbClr val="138397"/>
                </a:solidFill>
                <a:latin typeface="Nimbus Sans"/>
                <a:ea typeface="Nimbus Sans"/>
                <a:cs typeface="Nimbus Sans"/>
              </a:defRPr>
            </a:lvl4pPr>
            <a:lvl5pPr algn="l">
              <a:defRPr sz="3600" b="1">
                <a:solidFill>
                  <a:srgbClr val="138397"/>
                </a:solidFill>
                <a:latin typeface="Nimbus Sans"/>
                <a:ea typeface="Nimbus Sans"/>
                <a:cs typeface="Nimbus Sans"/>
              </a:defRPr>
            </a:lvl5pPr>
            <a:lvl6pPr algn="l">
              <a:defRPr sz="3600" b="1">
                <a:solidFill>
                  <a:srgbClr val="138397"/>
                </a:solidFill>
                <a:latin typeface="Nimbus Sans"/>
                <a:ea typeface="Nimbus Sans"/>
                <a:cs typeface="Nimbus Sans"/>
              </a:defRPr>
            </a:lvl6pPr>
            <a:lvl7pPr algn="l">
              <a:defRPr sz="3600" b="1">
                <a:solidFill>
                  <a:srgbClr val="138397"/>
                </a:solidFill>
                <a:latin typeface="Nimbus Sans"/>
                <a:ea typeface="Nimbus Sans"/>
                <a:cs typeface="Nimbus Sans"/>
              </a:defRPr>
            </a:lvl7pPr>
            <a:lvl8pPr algn="l">
              <a:defRPr sz="3600" b="1">
                <a:solidFill>
                  <a:srgbClr val="138397"/>
                </a:solidFill>
                <a:latin typeface="Nimbus Sans"/>
                <a:ea typeface="Nimbus Sans"/>
                <a:cs typeface="Nimbus Sans"/>
              </a:defRPr>
            </a:lvl8pPr>
            <a:lvl9pPr algn="l">
              <a:defRPr sz="3600" b="1">
                <a:solidFill>
                  <a:srgbClr val="138397"/>
                </a:solidFill>
                <a:latin typeface="Nimbus Sans"/>
                <a:ea typeface="Nimbus Sans"/>
                <a:cs typeface="Nimbus Sans"/>
              </a:defRPr>
            </a:lvl9pPr>
          </a:lstStyle>
          <a:p xmlns:a="http://schemas.openxmlformats.org/drawingml/2006/main">
            <a:pPr algn="l">
              <a:defRPr sz="3600" b="1">
                <a:solidFill>
                  <a:srgbClr val="138397"/>
                </a:solidFill>
                <a:latin typeface="Nimbus Sans"/>
                <a:ea typeface="Nimbus Sans"/>
                <a:cs typeface="Nimbus Sans"/>
              </a:defRPr>
            </a:pPr>
            <a:r>
              <a:rPr sz="3600" b="1">
                <a:solidFill>
                  <a:srgbClr val="138397"/>
                </a:solidFill>
                <a:latin typeface="Nimbus Sans"/>
                <a:ea typeface="Nimbus Sans"/>
                <a:cs typeface="Nimbus Sans"/>
              </a:rPr>
              <a:t>70 / 30</a:t>
            </a:r>
          </a:p>
        </p:txBody>
      </p:sp>
      <p:sp>
        <p:nvSpPr>
          <p:cNvPr id="8" name="">
            <a:extLst xmlns:a="http://schemas.openxmlformats.org/drawingml/2006/main">
              <a:ext uri="{FF2B5EF4-FFF2-40B4-BE49-F238E27FC236}">
                <a16:creationId xmlns:a16="http://schemas.microsoft.com/office/drawing/2014/main" id="{A7ECF237-3914-4AD9-B59D-6745BC01AD33}"/>
              </a:ext>
            </a:extLst>
          </p:cNvPr>
          <p:cNvSpPr>
            <a:spLocks xmlns:a="http://schemas.openxmlformats.org/drawingml/2006/main" noGrp="1"/>
          </p:cNvSpPr>
          <p:nvPr/>
        </p:nvSpPr>
        <p:spPr>
          <a:xfrm xmlns:a="http://schemas.openxmlformats.org/drawingml/2006/main">
            <a:off x="7762875" y="2657475"/>
            <a:ext cx="3476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203341"/>
                </a:solidFill>
                <a:latin typeface="Nimbus Sans"/>
                <a:ea typeface="Nimbus Sans"/>
                <a:cs typeface="Nimbus Sans"/>
              </a:defRPr>
            </a:defPPr>
            <a:lvl1pPr algn="l">
              <a:defRPr sz="2100" b="0">
                <a:solidFill>
                  <a:srgbClr val="203341"/>
                </a:solidFill>
                <a:latin typeface="Nimbus Sans"/>
                <a:ea typeface="Nimbus Sans"/>
                <a:cs typeface="Nimbus Sans"/>
              </a:defRPr>
            </a:lvl1pPr>
            <a:lvl2pPr algn="l">
              <a:defRPr sz="2100" b="0">
                <a:solidFill>
                  <a:srgbClr val="203341"/>
                </a:solidFill>
                <a:latin typeface="Nimbus Sans"/>
                <a:ea typeface="Nimbus Sans"/>
                <a:cs typeface="Nimbus Sans"/>
              </a:defRPr>
            </a:lvl2pPr>
            <a:lvl3pPr algn="l">
              <a:defRPr sz="2100" b="0">
                <a:solidFill>
                  <a:srgbClr val="203341"/>
                </a:solidFill>
                <a:latin typeface="Nimbus Sans"/>
                <a:ea typeface="Nimbus Sans"/>
                <a:cs typeface="Nimbus Sans"/>
              </a:defRPr>
            </a:lvl3pPr>
            <a:lvl4pPr algn="l">
              <a:defRPr sz="2100" b="0">
                <a:solidFill>
                  <a:srgbClr val="203341"/>
                </a:solidFill>
                <a:latin typeface="Nimbus Sans"/>
                <a:ea typeface="Nimbus Sans"/>
                <a:cs typeface="Nimbus Sans"/>
              </a:defRPr>
            </a:lvl4pPr>
            <a:lvl5pPr algn="l">
              <a:defRPr sz="2100" b="0">
                <a:solidFill>
                  <a:srgbClr val="203341"/>
                </a:solidFill>
                <a:latin typeface="Nimbus Sans"/>
                <a:ea typeface="Nimbus Sans"/>
                <a:cs typeface="Nimbus Sans"/>
              </a:defRPr>
            </a:lvl5pPr>
            <a:lvl6pPr algn="l">
              <a:defRPr sz="2100" b="0">
                <a:solidFill>
                  <a:srgbClr val="203341"/>
                </a:solidFill>
                <a:latin typeface="Nimbus Sans"/>
                <a:ea typeface="Nimbus Sans"/>
                <a:cs typeface="Nimbus Sans"/>
              </a:defRPr>
            </a:lvl6pPr>
            <a:lvl7pPr algn="l">
              <a:defRPr sz="2100" b="0">
                <a:solidFill>
                  <a:srgbClr val="203341"/>
                </a:solidFill>
                <a:latin typeface="Nimbus Sans"/>
                <a:ea typeface="Nimbus Sans"/>
                <a:cs typeface="Nimbus Sans"/>
              </a:defRPr>
            </a:lvl7pPr>
            <a:lvl8pPr algn="l">
              <a:defRPr sz="2100" b="0">
                <a:solidFill>
                  <a:srgbClr val="203341"/>
                </a:solidFill>
                <a:latin typeface="Nimbus Sans"/>
                <a:ea typeface="Nimbus Sans"/>
                <a:cs typeface="Nimbus Sans"/>
              </a:defRPr>
            </a:lvl8pPr>
            <a:lvl9pPr algn="l">
              <a:defRPr sz="2100" b="0">
                <a:solidFill>
                  <a:srgbClr val="203341"/>
                </a:solidFill>
                <a:latin typeface="Nimbus Sans"/>
                <a:ea typeface="Nimbus Sans"/>
                <a:cs typeface="Nimbus Sans"/>
              </a:defRPr>
            </a:lvl9pPr>
          </a:lstStyle>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Partición estratificada</a:t>
            </a:r>
          </a:p>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Semilla 42</a:t>
            </a:r>
          </a:p>
        </p:txBody>
      </p:sp>
      <p:sp>
        <p:nvSpPr>
          <p:cNvPr id="9" name="">
            <a:extLst xmlns:a="http://schemas.openxmlformats.org/drawingml/2006/main">
              <a:ext uri="{FF2B5EF4-FFF2-40B4-BE49-F238E27FC236}">
                <a16:creationId xmlns:a16="http://schemas.microsoft.com/office/drawing/2014/main" id="{CECFB61F-B292-4537-ADF3-3EFD7DDEF375}"/>
              </a:ext>
            </a:extLst>
          </p:cNvPr>
          <p:cNvSpPr>
            <a:spLocks xmlns:a="http://schemas.openxmlformats.org/drawingml/2006/main" noGrp="1"/>
          </p:cNvSpPr>
          <p:nvPr/>
        </p:nvSpPr>
        <p:spPr>
          <a:xfrm xmlns:a="http://schemas.openxmlformats.org/drawingml/2006/main">
            <a:off x="7762875" y="3762375"/>
            <a:ext cx="3476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73B59"/>
                </a:solidFill>
                <a:latin typeface="Nimbus Sans"/>
                <a:ea typeface="Nimbus Sans"/>
                <a:cs typeface="Nimbus Sans"/>
              </a:defRPr>
            </a:defPPr>
            <a:lvl1pPr algn="l">
              <a:defRPr sz="2175" b="1">
                <a:solidFill>
                  <a:srgbClr val="173B59"/>
                </a:solidFill>
                <a:latin typeface="Nimbus Sans"/>
                <a:ea typeface="Nimbus Sans"/>
                <a:cs typeface="Nimbus Sans"/>
              </a:defRPr>
            </a:lvl1pPr>
            <a:lvl2pPr algn="l">
              <a:defRPr sz="2175" b="1">
                <a:solidFill>
                  <a:srgbClr val="173B59"/>
                </a:solidFill>
                <a:latin typeface="Nimbus Sans"/>
                <a:ea typeface="Nimbus Sans"/>
                <a:cs typeface="Nimbus Sans"/>
              </a:defRPr>
            </a:lvl2pPr>
            <a:lvl3pPr algn="l">
              <a:defRPr sz="2175" b="1">
                <a:solidFill>
                  <a:srgbClr val="173B59"/>
                </a:solidFill>
                <a:latin typeface="Nimbus Sans"/>
                <a:ea typeface="Nimbus Sans"/>
                <a:cs typeface="Nimbus Sans"/>
              </a:defRPr>
            </a:lvl3pPr>
            <a:lvl4pPr algn="l">
              <a:defRPr sz="2175" b="1">
                <a:solidFill>
                  <a:srgbClr val="173B59"/>
                </a:solidFill>
                <a:latin typeface="Nimbus Sans"/>
                <a:ea typeface="Nimbus Sans"/>
                <a:cs typeface="Nimbus Sans"/>
              </a:defRPr>
            </a:lvl4pPr>
            <a:lvl5pPr algn="l">
              <a:defRPr sz="2175" b="1">
                <a:solidFill>
                  <a:srgbClr val="173B59"/>
                </a:solidFill>
                <a:latin typeface="Nimbus Sans"/>
                <a:ea typeface="Nimbus Sans"/>
                <a:cs typeface="Nimbus Sans"/>
              </a:defRPr>
            </a:lvl5pPr>
            <a:lvl6pPr algn="l">
              <a:defRPr sz="2175" b="1">
                <a:solidFill>
                  <a:srgbClr val="173B59"/>
                </a:solidFill>
                <a:latin typeface="Nimbus Sans"/>
                <a:ea typeface="Nimbus Sans"/>
                <a:cs typeface="Nimbus Sans"/>
              </a:defRPr>
            </a:lvl6pPr>
            <a:lvl7pPr algn="l">
              <a:defRPr sz="2175" b="1">
                <a:solidFill>
                  <a:srgbClr val="173B59"/>
                </a:solidFill>
                <a:latin typeface="Nimbus Sans"/>
                <a:ea typeface="Nimbus Sans"/>
                <a:cs typeface="Nimbus Sans"/>
              </a:defRPr>
            </a:lvl7pPr>
            <a:lvl8pPr algn="l">
              <a:defRPr sz="2175" b="1">
                <a:solidFill>
                  <a:srgbClr val="173B59"/>
                </a:solidFill>
                <a:latin typeface="Nimbus Sans"/>
                <a:ea typeface="Nimbus Sans"/>
                <a:cs typeface="Nimbus Sans"/>
              </a:defRPr>
            </a:lvl8pPr>
            <a:lvl9pPr algn="l">
              <a:defRPr sz="2175" b="1">
                <a:solidFill>
                  <a:srgbClr val="173B59"/>
                </a:solidFill>
                <a:latin typeface="Nimbus Sans"/>
                <a:ea typeface="Nimbus Sans"/>
                <a:cs typeface="Nimbus Sans"/>
              </a:defRPr>
            </a:lvl9pPr>
          </a:lstStyle>
          <a:p xmlns:a="http://schemas.openxmlformats.org/drawingml/2006/main">
            <a:pPr algn="l">
              <a:defRPr sz="2175" b="1">
                <a:solidFill>
                  <a:srgbClr val="173B59"/>
                </a:solidFill>
                <a:latin typeface="Nimbus Sans"/>
                <a:ea typeface="Nimbus Sans"/>
                <a:cs typeface="Nimbus Sans"/>
              </a:defRPr>
            </a:pPr>
            <a:r>
              <a:rPr sz="2175" b="1">
                <a:solidFill>
                  <a:srgbClr val="173B59"/>
                </a:solidFill>
                <a:latin typeface="Nimbus Sans"/>
                <a:ea typeface="Nimbus Sans"/>
                <a:cs typeface="Nimbus Sans"/>
              </a:rPr>
              <a:t>F2: recall 39,82 %</a:t>
            </a:r>
          </a:p>
        </p:txBody>
      </p:sp>
      <p:sp>
        <p:nvSpPr>
          <p:cNvPr id="10" name="">
            <a:extLst xmlns:a="http://schemas.openxmlformats.org/drawingml/2006/main">
              <a:ext uri="{FF2B5EF4-FFF2-40B4-BE49-F238E27FC236}">
                <a16:creationId xmlns:a16="http://schemas.microsoft.com/office/drawing/2014/main" id="{4CC2572B-04A6-45FB-891A-E7F6B43CC1DD}"/>
              </a:ext>
            </a:extLst>
          </p:cNvPr>
          <p:cNvSpPr>
            <a:spLocks xmlns:a="http://schemas.openxmlformats.org/drawingml/2006/main" noGrp="1"/>
          </p:cNvSpPr>
          <p:nvPr/>
        </p:nvSpPr>
        <p:spPr>
          <a:xfrm xmlns:a="http://schemas.openxmlformats.org/drawingml/2006/main">
            <a:off x="7762875" y="4295775"/>
            <a:ext cx="3476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203341"/>
                </a:solidFill>
                <a:latin typeface="Nimbus Sans"/>
                <a:ea typeface="Nimbus Sans"/>
                <a:cs typeface="Nimbus Sans"/>
              </a:defRPr>
            </a:defPPr>
            <a:lvl1pPr algn="l">
              <a:defRPr sz="2100" b="0">
                <a:solidFill>
                  <a:srgbClr val="203341"/>
                </a:solidFill>
                <a:latin typeface="Nimbus Sans"/>
                <a:ea typeface="Nimbus Sans"/>
                <a:cs typeface="Nimbus Sans"/>
              </a:defRPr>
            </a:lvl1pPr>
            <a:lvl2pPr algn="l">
              <a:defRPr sz="2100" b="0">
                <a:solidFill>
                  <a:srgbClr val="203341"/>
                </a:solidFill>
                <a:latin typeface="Nimbus Sans"/>
                <a:ea typeface="Nimbus Sans"/>
                <a:cs typeface="Nimbus Sans"/>
              </a:defRPr>
            </a:lvl2pPr>
            <a:lvl3pPr algn="l">
              <a:defRPr sz="2100" b="0">
                <a:solidFill>
                  <a:srgbClr val="203341"/>
                </a:solidFill>
                <a:latin typeface="Nimbus Sans"/>
                <a:ea typeface="Nimbus Sans"/>
                <a:cs typeface="Nimbus Sans"/>
              </a:defRPr>
            </a:lvl3pPr>
            <a:lvl4pPr algn="l">
              <a:defRPr sz="2100" b="0">
                <a:solidFill>
                  <a:srgbClr val="203341"/>
                </a:solidFill>
                <a:latin typeface="Nimbus Sans"/>
                <a:ea typeface="Nimbus Sans"/>
                <a:cs typeface="Nimbus Sans"/>
              </a:defRPr>
            </a:lvl4pPr>
            <a:lvl5pPr algn="l">
              <a:defRPr sz="2100" b="0">
                <a:solidFill>
                  <a:srgbClr val="203341"/>
                </a:solidFill>
                <a:latin typeface="Nimbus Sans"/>
                <a:ea typeface="Nimbus Sans"/>
                <a:cs typeface="Nimbus Sans"/>
              </a:defRPr>
            </a:lvl5pPr>
            <a:lvl6pPr algn="l">
              <a:defRPr sz="2100" b="0">
                <a:solidFill>
                  <a:srgbClr val="203341"/>
                </a:solidFill>
                <a:latin typeface="Nimbus Sans"/>
                <a:ea typeface="Nimbus Sans"/>
                <a:cs typeface="Nimbus Sans"/>
              </a:defRPr>
            </a:lvl6pPr>
            <a:lvl7pPr algn="l">
              <a:defRPr sz="2100" b="0">
                <a:solidFill>
                  <a:srgbClr val="203341"/>
                </a:solidFill>
                <a:latin typeface="Nimbus Sans"/>
                <a:ea typeface="Nimbus Sans"/>
                <a:cs typeface="Nimbus Sans"/>
              </a:defRPr>
            </a:lvl7pPr>
            <a:lvl8pPr algn="l">
              <a:defRPr sz="2100" b="0">
                <a:solidFill>
                  <a:srgbClr val="203341"/>
                </a:solidFill>
                <a:latin typeface="Nimbus Sans"/>
                <a:ea typeface="Nimbus Sans"/>
                <a:cs typeface="Nimbus Sans"/>
              </a:defRPr>
            </a:lvl8pPr>
            <a:lvl9pPr algn="l">
              <a:defRPr sz="2100" b="0">
                <a:solidFill>
                  <a:srgbClr val="203341"/>
                </a:solidFill>
                <a:latin typeface="Nimbus Sans"/>
                <a:ea typeface="Nimbus Sans"/>
                <a:cs typeface="Nimbus Sans"/>
              </a:defRPr>
            </a:lvl9pPr>
          </a:lstStyle>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5.755 días lluviosos</a:t>
            </a:r>
          </a:p>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sin detectar</a:t>
            </a:r>
          </a:p>
        </p:txBody>
      </p:sp>
      <p:sp>
        <p:nvSpPr>
          <p:cNvPr id="11" name="">
            <a:extLst xmlns:a="http://schemas.openxmlformats.org/drawingml/2006/main">
              <a:ext uri="{FF2B5EF4-FFF2-40B4-BE49-F238E27FC236}">
                <a16:creationId xmlns:a16="http://schemas.microsoft.com/office/drawing/2014/main" id="{D7F18C32-E1BC-423C-8A03-68803B7C6FCD}"/>
              </a:ext>
            </a:extLst>
          </p:cNvPr>
          <p:cNvSpPr>
            <a:spLocks xmlns:a="http://schemas.openxmlformats.org/drawingml/2006/main" noGrp="1"/>
          </p:cNvSpPr>
          <p:nvPr/>
        </p:nvSpPr>
        <p:spPr>
          <a:xfrm xmlns:a="http://schemas.openxmlformats.org/drawingml/2006/main">
            <a:off x="571500" y="59055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86873"/>
                </a:solidFill>
                <a:latin typeface="Nimbus Sans"/>
                <a:ea typeface="Nimbus Sans"/>
                <a:cs typeface="Nimbus Sans"/>
              </a:defRPr>
            </a:defPPr>
            <a:lvl1pPr algn="l">
              <a:defRPr sz="1725" b="0">
                <a:solidFill>
                  <a:srgbClr val="586873"/>
                </a:solidFill>
                <a:latin typeface="Nimbus Sans"/>
                <a:ea typeface="Nimbus Sans"/>
                <a:cs typeface="Nimbus Sans"/>
              </a:defRPr>
            </a:lvl1pPr>
            <a:lvl2pPr algn="l">
              <a:defRPr sz="1725" b="0">
                <a:solidFill>
                  <a:srgbClr val="586873"/>
                </a:solidFill>
                <a:latin typeface="Nimbus Sans"/>
                <a:ea typeface="Nimbus Sans"/>
                <a:cs typeface="Nimbus Sans"/>
              </a:defRPr>
            </a:lvl2pPr>
            <a:lvl3pPr algn="l">
              <a:defRPr sz="1725" b="0">
                <a:solidFill>
                  <a:srgbClr val="586873"/>
                </a:solidFill>
                <a:latin typeface="Nimbus Sans"/>
                <a:ea typeface="Nimbus Sans"/>
                <a:cs typeface="Nimbus Sans"/>
              </a:defRPr>
            </a:lvl3pPr>
            <a:lvl4pPr algn="l">
              <a:defRPr sz="1725" b="0">
                <a:solidFill>
                  <a:srgbClr val="586873"/>
                </a:solidFill>
                <a:latin typeface="Nimbus Sans"/>
                <a:ea typeface="Nimbus Sans"/>
                <a:cs typeface="Nimbus Sans"/>
              </a:defRPr>
            </a:lvl4pPr>
            <a:lvl5pPr algn="l">
              <a:defRPr sz="1725" b="0">
                <a:solidFill>
                  <a:srgbClr val="586873"/>
                </a:solidFill>
                <a:latin typeface="Nimbus Sans"/>
                <a:ea typeface="Nimbus Sans"/>
                <a:cs typeface="Nimbus Sans"/>
              </a:defRPr>
            </a:lvl5pPr>
            <a:lvl6pPr algn="l">
              <a:defRPr sz="1725" b="0">
                <a:solidFill>
                  <a:srgbClr val="586873"/>
                </a:solidFill>
                <a:latin typeface="Nimbus Sans"/>
                <a:ea typeface="Nimbus Sans"/>
                <a:cs typeface="Nimbus Sans"/>
              </a:defRPr>
            </a:lvl6pPr>
            <a:lvl7pPr algn="l">
              <a:defRPr sz="1725" b="0">
                <a:solidFill>
                  <a:srgbClr val="586873"/>
                </a:solidFill>
                <a:latin typeface="Nimbus Sans"/>
                <a:ea typeface="Nimbus Sans"/>
                <a:cs typeface="Nimbus Sans"/>
              </a:defRPr>
            </a:lvl7pPr>
            <a:lvl8pPr algn="l">
              <a:defRPr sz="1725" b="0">
                <a:solidFill>
                  <a:srgbClr val="586873"/>
                </a:solidFill>
                <a:latin typeface="Nimbus Sans"/>
                <a:ea typeface="Nimbus Sans"/>
                <a:cs typeface="Nimbus Sans"/>
              </a:defRPr>
            </a:lvl8pPr>
            <a:lvl9pPr algn="l">
              <a:defRPr sz="1725" b="0">
                <a:solidFill>
                  <a:srgbClr val="586873"/>
                </a:solidFill>
                <a:latin typeface="Nimbus Sans"/>
                <a:ea typeface="Nimbus Sans"/>
                <a:cs typeface="Nimbus Sans"/>
              </a:defRPr>
            </a:lvl9pPr>
          </a:lstStyle>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Prueba ya utilizada en F2: no constituye una validación externa nueva.</a:t>
            </a:r>
          </a:p>
        </p:txBody>
      </p:sp>
    </p:spTree>
    <p:extLst>
      <p:ext uri="{BB962C8B-B14F-4D97-AF65-F5344CB8AC3E}">
        <p14:creationId xmlns:p14="http://schemas.microsoft.com/office/powerpoint/2010/main" val="8700420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4FA203-86D2-4D68-8F47-C66F65913FC2}"/>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1C765599-2895-457B-8709-278092ABA908}"/>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Los faltantes tienen estructura geográfica</a:t>
            </a:r>
          </a:p>
        </p:txBody>
      </p:sp>
      <p:sp>
        <p:nvSpPr>
          <p:cNvPr id="3" name="">
            <a:extLst xmlns:a="http://schemas.openxmlformats.org/drawingml/2006/main">
              <a:ext uri="{FF2B5EF4-FFF2-40B4-BE49-F238E27FC236}">
                <a16:creationId xmlns:a16="http://schemas.microsoft.com/office/drawing/2014/main" id="{7FA28C22-F6AA-48BA-AB28-CBFA65A60064}"/>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F67A264-08E5-414B-91A5-4A7F9C2B76A1}"/>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Jorge Guaico  ·  02:30–03:20</a:t>
            </a:r>
          </a:p>
        </p:txBody>
      </p:sp>
      <p:sp>
        <p:nvSpPr>
          <p:cNvPr id="5" name="">
            <a:extLst xmlns:a="http://schemas.openxmlformats.org/drawingml/2006/main">
              <a:ext uri="{FF2B5EF4-FFF2-40B4-BE49-F238E27FC236}">
                <a16:creationId xmlns:a16="http://schemas.microsoft.com/office/drawing/2014/main" id="{2E995E6A-1914-48FA-AC4D-8A039D9AF007}"/>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04 / 12</a:t>
            </a:r>
          </a:p>
        </p:txBody>
      </p:sp>
      <p:graphicFrame>
        <p:nvGraphicFramePr>
          <p:cNvPr id="6" name="Chart">
            <a:extLst xmlns:a="http://schemas.openxmlformats.org/drawingml/2006/main">
              <a:ext uri="{FF2B5EF4-FFF2-40B4-BE49-F238E27FC236}">
                <a16:creationId xmlns:a16="http://schemas.microsoft.com/office/drawing/2014/main" id="{8410E80B-6D36-434A-952B-9EEBEF754614}"/>
              </a:ext>
            </a:extLst>
          </p:cNvPr>
          <p:cNvGraphicFramePr/>
          <p:nvPr/>
        </p:nvGraphicFramePr>
        <p:xfrm>
          <a:off xmlns:a="http://schemas.openxmlformats.org/drawingml/2006/main" x="523875" y="171450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c28a3e97acdc4f06"/>
          </a:graphicData>
        </a:graphic>
      </p:graphicFrame>
      <p:sp>
        <p:nvSpPr>
          <p:cNvPr id="7" name="">
            <a:extLst xmlns:a="http://schemas.openxmlformats.org/drawingml/2006/main">
              <a:ext uri="{FF2B5EF4-FFF2-40B4-BE49-F238E27FC236}">
                <a16:creationId xmlns:a16="http://schemas.microsoft.com/office/drawing/2014/main" id="{58FC2D84-8D42-43A4-8E1D-EBFB2EA051CD}"/>
              </a:ext>
            </a:extLst>
          </p:cNvPr>
          <p:cNvSpPr>
            <a:spLocks xmlns:a="http://schemas.openxmlformats.org/drawingml/2006/main" noGrp="1"/>
          </p:cNvSpPr>
          <p:nvPr/>
        </p:nvSpPr>
        <p:spPr>
          <a:xfrm xmlns:a="http://schemas.openxmlformats.org/drawingml/2006/main">
            <a:off x="7762875" y="1952625"/>
            <a:ext cx="3476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750" b="1">
                <a:solidFill>
                  <a:srgbClr val="C77D24"/>
                </a:solidFill>
                <a:latin typeface="Nimbus Sans"/>
                <a:ea typeface="Nimbus Sans"/>
                <a:cs typeface="Nimbus Sans"/>
              </a:defRPr>
            </a:defPPr>
            <a:lvl1pPr algn="l">
              <a:defRPr sz="3750" b="1">
                <a:solidFill>
                  <a:srgbClr val="C77D24"/>
                </a:solidFill>
                <a:latin typeface="Nimbus Sans"/>
                <a:ea typeface="Nimbus Sans"/>
                <a:cs typeface="Nimbus Sans"/>
              </a:defRPr>
            </a:lvl1pPr>
            <a:lvl2pPr algn="l">
              <a:defRPr sz="3750" b="1">
                <a:solidFill>
                  <a:srgbClr val="C77D24"/>
                </a:solidFill>
                <a:latin typeface="Nimbus Sans"/>
                <a:ea typeface="Nimbus Sans"/>
                <a:cs typeface="Nimbus Sans"/>
              </a:defRPr>
            </a:lvl2pPr>
            <a:lvl3pPr algn="l">
              <a:defRPr sz="3750" b="1">
                <a:solidFill>
                  <a:srgbClr val="C77D24"/>
                </a:solidFill>
                <a:latin typeface="Nimbus Sans"/>
                <a:ea typeface="Nimbus Sans"/>
                <a:cs typeface="Nimbus Sans"/>
              </a:defRPr>
            </a:lvl3pPr>
            <a:lvl4pPr algn="l">
              <a:defRPr sz="3750" b="1">
                <a:solidFill>
                  <a:srgbClr val="C77D24"/>
                </a:solidFill>
                <a:latin typeface="Nimbus Sans"/>
                <a:ea typeface="Nimbus Sans"/>
                <a:cs typeface="Nimbus Sans"/>
              </a:defRPr>
            </a:lvl4pPr>
            <a:lvl5pPr algn="l">
              <a:defRPr sz="3750" b="1">
                <a:solidFill>
                  <a:srgbClr val="C77D24"/>
                </a:solidFill>
                <a:latin typeface="Nimbus Sans"/>
                <a:ea typeface="Nimbus Sans"/>
                <a:cs typeface="Nimbus Sans"/>
              </a:defRPr>
            </a:lvl5pPr>
            <a:lvl6pPr algn="l">
              <a:defRPr sz="3750" b="1">
                <a:solidFill>
                  <a:srgbClr val="C77D24"/>
                </a:solidFill>
                <a:latin typeface="Nimbus Sans"/>
                <a:ea typeface="Nimbus Sans"/>
                <a:cs typeface="Nimbus Sans"/>
              </a:defRPr>
            </a:lvl6pPr>
            <a:lvl7pPr algn="l">
              <a:defRPr sz="3750" b="1">
                <a:solidFill>
                  <a:srgbClr val="C77D24"/>
                </a:solidFill>
                <a:latin typeface="Nimbus Sans"/>
                <a:ea typeface="Nimbus Sans"/>
                <a:cs typeface="Nimbus Sans"/>
              </a:defRPr>
            </a:lvl7pPr>
            <a:lvl8pPr algn="l">
              <a:defRPr sz="3750" b="1">
                <a:solidFill>
                  <a:srgbClr val="C77D24"/>
                </a:solidFill>
                <a:latin typeface="Nimbus Sans"/>
                <a:ea typeface="Nimbus Sans"/>
                <a:cs typeface="Nimbus Sans"/>
              </a:defRPr>
            </a:lvl8pPr>
            <a:lvl9pPr algn="l">
              <a:defRPr sz="3750" b="1">
                <a:solidFill>
                  <a:srgbClr val="C77D24"/>
                </a:solidFill>
                <a:latin typeface="Nimbus Sans"/>
                <a:ea typeface="Nimbus Sans"/>
                <a:cs typeface="Nimbus Sans"/>
              </a:defRPr>
            </a:lvl9pPr>
          </a:lstStyle>
          <a:p xmlns:a="http://schemas.openxmlformats.org/drawingml/2006/main">
            <a:pPr algn="l">
              <a:defRPr sz="3750" b="1">
                <a:solidFill>
                  <a:srgbClr val="C77D24"/>
                </a:solidFill>
                <a:latin typeface="Nimbus Sans"/>
                <a:ea typeface="Nimbus Sans"/>
                <a:cs typeface="Nimbus Sans"/>
              </a:defRPr>
            </a:pPr>
            <a:r>
              <a:rPr sz="3750" b="1">
                <a:solidFill>
                  <a:srgbClr val="C77D24"/>
                </a:solidFill>
                <a:latin typeface="Nimbus Sans"/>
                <a:ea typeface="Nimbus Sans"/>
                <a:cs typeface="Nimbus Sans"/>
              </a:rPr>
              <a:t>47,69 %</a:t>
            </a:r>
          </a:p>
        </p:txBody>
      </p:sp>
      <p:sp>
        <p:nvSpPr>
          <p:cNvPr id="8" name="">
            <a:extLst xmlns:a="http://schemas.openxmlformats.org/drawingml/2006/main">
              <a:ext uri="{FF2B5EF4-FFF2-40B4-BE49-F238E27FC236}">
                <a16:creationId xmlns:a16="http://schemas.microsoft.com/office/drawing/2014/main" id="{E2625CA3-8142-4600-9FAC-6EF8E255A617}"/>
              </a:ext>
            </a:extLst>
          </p:cNvPr>
          <p:cNvSpPr>
            <a:spLocks xmlns:a="http://schemas.openxmlformats.org/drawingml/2006/main" noGrp="1"/>
          </p:cNvSpPr>
          <p:nvPr/>
        </p:nvSpPr>
        <p:spPr>
          <a:xfrm xmlns:a="http://schemas.openxmlformats.org/drawingml/2006/main">
            <a:off x="7762875" y="2657475"/>
            <a:ext cx="3476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0">
                <a:solidFill>
                  <a:srgbClr val="203341"/>
                </a:solidFill>
                <a:latin typeface="Nimbus Sans"/>
                <a:ea typeface="Nimbus Sans"/>
                <a:cs typeface="Nimbus Sans"/>
              </a:defRPr>
            </a:defPPr>
            <a:lvl1pPr algn="l">
              <a:defRPr sz="2025" b="0">
                <a:solidFill>
                  <a:srgbClr val="203341"/>
                </a:solidFill>
                <a:latin typeface="Nimbus Sans"/>
                <a:ea typeface="Nimbus Sans"/>
                <a:cs typeface="Nimbus Sans"/>
              </a:defRPr>
            </a:lvl1pPr>
            <a:lvl2pPr algn="l">
              <a:defRPr sz="2025" b="0">
                <a:solidFill>
                  <a:srgbClr val="203341"/>
                </a:solidFill>
                <a:latin typeface="Nimbus Sans"/>
                <a:ea typeface="Nimbus Sans"/>
                <a:cs typeface="Nimbus Sans"/>
              </a:defRPr>
            </a:lvl2pPr>
            <a:lvl3pPr algn="l">
              <a:defRPr sz="2025" b="0">
                <a:solidFill>
                  <a:srgbClr val="203341"/>
                </a:solidFill>
                <a:latin typeface="Nimbus Sans"/>
                <a:ea typeface="Nimbus Sans"/>
                <a:cs typeface="Nimbus Sans"/>
              </a:defRPr>
            </a:lvl3pPr>
            <a:lvl4pPr algn="l">
              <a:defRPr sz="2025" b="0">
                <a:solidFill>
                  <a:srgbClr val="203341"/>
                </a:solidFill>
                <a:latin typeface="Nimbus Sans"/>
                <a:ea typeface="Nimbus Sans"/>
                <a:cs typeface="Nimbus Sans"/>
              </a:defRPr>
            </a:lvl4pPr>
            <a:lvl5pPr algn="l">
              <a:defRPr sz="2025" b="0">
                <a:solidFill>
                  <a:srgbClr val="203341"/>
                </a:solidFill>
                <a:latin typeface="Nimbus Sans"/>
                <a:ea typeface="Nimbus Sans"/>
                <a:cs typeface="Nimbus Sans"/>
              </a:defRPr>
            </a:lvl5pPr>
            <a:lvl6pPr algn="l">
              <a:defRPr sz="2025" b="0">
                <a:solidFill>
                  <a:srgbClr val="203341"/>
                </a:solidFill>
                <a:latin typeface="Nimbus Sans"/>
                <a:ea typeface="Nimbus Sans"/>
                <a:cs typeface="Nimbus Sans"/>
              </a:defRPr>
            </a:lvl6pPr>
            <a:lvl7pPr algn="l">
              <a:defRPr sz="2025" b="0">
                <a:solidFill>
                  <a:srgbClr val="203341"/>
                </a:solidFill>
                <a:latin typeface="Nimbus Sans"/>
                <a:ea typeface="Nimbus Sans"/>
                <a:cs typeface="Nimbus Sans"/>
              </a:defRPr>
            </a:lvl7pPr>
            <a:lvl8pPr algn="l">
              <a:defRPr sz="2025" b="0">
                <a:solidFill>
                  <a:srgbClr val="203341"/>
                </a:solidFill>
                <a:latin typeface="Nimbus Sans"/>
                <a:ea typeface="Nimbus Sans"/>
                <a:cs typeface="Nimbus Sans"/>
              </a:defRPr>
            </a:lvl8pPr>
            <a:lvl9pPr algn="l">
              <a:defRPr sz="2025" b="0">
                <a:solidFill>
                  <a:srgbClr val="203341"/>
                </a:solidFill>
                <a:latin typeface="Nimbus Sans"/>
                <a:ea typeface="Nimbus Sans"/>
                <a:cs typeface="Nimbus Sans"/>
              </a:defRPr>
            </a:lvl9pPr>
          </a:lstStyle>
          <a:p xmlns:a="http://schemas.openxmlformats.org/drawingml/2006/main">
            <a:pPr algn="l">
              <a:defRPr sz="2025" b="0">
                <a:solidFill>
                  <a:srgbClr val="203341"/>
                </a:solidFill>
                <a:latin typeface="Nimbus Sans"/>
                <a:ea typeface="Nimbus Sans"/>
                <a:cs typeface="Nimbus Sans"/>
              </a:defRPr>
            </a:pPr>
            <a:r>
              <a:rPr sz="2025" b="0">
                <a:solidFill>
                  <a:srgbClr val="203341"/>
                </a:solidFill>
                <a:latin typeface="Nimbus Sans"/>
                <a:ea typeface="Nimbus Sans"/>
                <a:cs typeface="Nimbus Sans"/>
              </a:rPr>
              <a:t>de Sunshine ausente</a:t>
            </a:r>
          </a:p>
          <a:p xmlns:a="http://schemas.openxmlformats.org/drawingml/2006/main">
            <a:pPr algn="l">
              <a:defRPr sz="2025" b="0">
                <a:solidFill>
                  <a:srgbClr val="203341"/>
                </a:solidFill>
                <a:latin typeface="Nimbus Sans"/>
                <a:ea typeface="Nimbus Sans"/>
                <a:cs typeface="Nimbus Sans"/>
              </a:defRPr>
            </a:pPr>
            <a:r>
              <a:rPr sz="2025" b="0">
                <a:solidFill>
                  <a:srgbClr val="203341"/>
                </a:solidFill>
                <a:latin typeface="Nimbus Sans"/>
                <a:ea typeface="Nimbus Sans"/>
                <a:cs typeface="Nimbus Sans"/>
              </a:rPr>
              <a:t>entre respuestas conocidas</a:t>
            </a:r>
          </a:p>
        </p:txBody>
      </p:sp>
      <p:sp>
        <p:nvSpPr>
          <p:cNvPr id="9" name="">
            <a:extLst xmlns:a="http://schemas.openxmlformats.org/drawingml/2006/main">
              <a:ext uri="{FF2B5EF4-FFF2-40B4-BE49-F238E27FC236}">
                <a16:creationId xmlns:a16="http://schemas.microsoft.com/office/drawing/2014/main" id="{0A260DA6-76DC-47E9-9510-D91F576CDDAB}"/>
              </a:ext>
            </a:extLst>
          </p:cNvPr>
          <p:cNvSpPr>
            <a:spLocks xmlns:a="http://schemas.openxmlformats.org/drawingml/2006/main" noGrp="1"/>
          </p:cNvSpPr>
          <p:nvPr/>
        </p:nvSpPr>
        <p:spPr>
          <a:xfrm xmlns:a="http://schemas.openxmlformats.org/drawingml/2006/main">
            <a:off x="7762875" y="3924300"/>
            <a:ext cx="3476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73B59"/>
                </a:solidFill>
                <a:latin typeface="Nimbus Sans"/>
                <a:ea typeface="Nimbus Sans"/>
                <a:cs typeface="Nimbus Sans"/>
              </a:defRPr>
            </a:defPPr>
            <a:lvl1pPr algn="l">
              <a:defRPr sz="2175" b="1">
                <a:solidFill>
                  <a:srgbClr val="173B59"/>
                </a:solidFill>
                <a:latin typeface="Nimbus Sans"/>
                <a:ea typeface="Nimbus Sans"/>
                <a:cs typeface="Nimbus Sans"/>
              </a:defRPr>
            </a:lvl1pPr>
            <a:lvl2pPr algn="l">
              <a:defRPr sz="2175" b="1">
                <a:solidFill>
                  <a:srgbClr val="173B59"/>
                </a:solidFill>
                <a:latin typeface="Nimbus Sans"/>
                <a:ea typeface="Nimbus Sans"/>
                <a:cs typeface="Nimbus Sans"/>
              </a:defRPr>
            </a:lvl2pPr>
            <a:lvl3pPr algn="l">
              <a:defRPr sz="2175" b="1">
                <a:solidFill>
                  <a:srgbClr val="173B59"/>
                </a:solidFill>
                <a:latin typeface="Nimbus Sans"/>
                <a:ea typeface="Nimbus Sans"/>
                <a:cs typeface="Nimbus Sans"/>
              </a:defRPr>
            </a:lvl3pPr>
            <a:lvl4pPr algn="l">
              <a:defRPr sz="2175" b="1">
                <a:solidFill>
                  <a:srgbClr val="173B59"/>
                </a:solidFill>
                <a:latin typeface="Nimbus Sans"/>
                <a:ea typeface="Nimbus Sans"/>
                <a:cs typeface="Nimbus Sans"/>
              </a:defRPr>
            </a:lvl4pPr>
            <a:lvl5pPr algn="l">
              <a:defRPr sz="2175" b="1">
                <a:solidFill>
                  <a:srgbClr val="173B59"/>
                </a:solidFill>
                <a:latin typeface="Nimbus Sans"/>
                <a:ea typeface="Nimbus Sans"/>
                <a:cs typeface="Nimbus Sans"/>
              </a:defRPr>
            </a:lvl5pPr>
            <a:lvl6pPr algn="l">
              <a:defRPr sz="2175" b="1">
                <a:solidFill>
                  <a:srgbClr val="173B59"/>
                </a:solidFill>
                <a:latin typeface="Nimbus Sans"/>
                <a:ea typeface="Nimbus Sans"/>
                <a:cs typeface="Nimbus Sans"/>
              </a:defRPr>
            </a:lvl6pPr>
            <a:lvl7pPr algn="l">
              <a:defRPr sz="2175" b="1">
                <a:solidFill>
                  <a:srgbClr val="173B59"/>
                </a:solidFill>
                <a:latin typeface="Nimbus Sans"/>
                <a:ea typeface="Nimbus Sans"/>
                <a:cs typeface="Nimbus Sans"/>
              </a:defRPr>
            </a:lvl7pPr>
            <a:lvl8pPr algn="l">
              <a:defRPr sz="2175" b="1">
                <a:solidFill>
                  <a:srgbClr val="173B59"/>
                </a:solidFill>
                <a:latin typeface="Nimbus Sans"/>
                <a:ea typeface="Nimbus Sans"/>
                <a:cs typeface="Nimbus Sans"/>
              </a:defRPr>
            </a:lvl8pPr>
            <a:lvl9pPr algn="l">
              <a:defRPr sz="2175" b="1">
                <a:solidFill>
                  <a:srgbClr val="173B59"/>
                </a:solidFill>
                <a:latin typeface="Nimbus Sans"/>
                <a:ea typeface="Nimbus Sans"/>
                <a:cs typeface="Nimbus Sans"/>
              </a:defRPr>
            </a:lvl9pPr>
          </a:lstStyle>
          <a:p xmlns:a="http://schemas.openxmlformats.org/drawingml/2006/main">
            <a:pPr algn="l">
              <a:defRPr sz="2175" b="1">
                <a:solidFill>
                  <a:srgbClr val="173B59"/>
                </a:solidFill>
                <a:latin typeface="Nimbus Sans"/>
                <a:ea typeface="Nimbus Sans"/>
                <a:cs typeface="Nimbus Sans"/>
              </a:defRPr>
            </a:pPr>
            <a:r>
              <a:rPr sz="2175" b="1">
                <a:solidFill>
                  <a:srgbClr val="173B59"/>
                </a:solidFill>
                <a:latin typeface="Nimbus Sans"/>
                <a:ea typeface="Nimbus Sans"/>
                <a:cs typeface="Nimbus Sans"/>
              </a:rPr>
              <a:t>Tres estrategias</a:t>
            </a:r>
          </a:p>
        </p:txBody>
      </p:sp>
      <p:sp>
        <p:nvSpPr>
          <p:cNvPr id="10" name="">
            <a:extLst xmlns:a="http://schemas.openxmlformats.org/drawingml/2006/main">
              <a:ext uri="{FF2B5EF4-FFF2-40B4-BE49-F238E27FC236}">
                <a16:creationId xmlns:a16="http://schemas.microsoft.com/office/drawing/2014/main" id="{7B4B5288-AB29-4B39-B36C-F3582FC66B2C}"/>
              </a:ext>
            </a:extLst>
          </p:cNvPr>
          <p:cNvSpPr>
            <a:spLocks xmlns:a="http://schemas.openxmlformats.org/drawingml/2006/main" noGrp="1"/>
          </p:cNvSpPr>
          <p:nvPr/>
        </p:nvSpPr>
        <p:spPr>
          <a:xfrm xmlns:a="http://schemas.openxmlformats.org/drawingml/2006/main">
            <a:off x="7762875" y="4429125"/>
            <a:ext cx="347662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203341"/>
                </a:solidFill>
                <a:latin typeface="Nimbus Sans"/>
                <a:ea typeface="Nimbus Sans"/>
                <a:cs typeface="Nimbus Sans"/>
              </a:defRPr>
            </a:defPPr>
            <a:lvl1pPr algn="l">
              <a:defRPr sz="2100" b="0">
                <a:solidFill>
                  <a:srgbClr val="203341"/>
                </a:solidFill>
                <a:latin typeface="Nimbus Sans"/>
                <a:ea typeface="Nimbus Sans"/>
                <a:cs typeface="Nimbus Sans"/>
              </a:defRPr>
            </a:lvl1pPr>
            <a:lvl2pPr algn="l">
              <a:defRPr sz="2100" b="0">
                <a:solidFill>
                  <a:srgbClr val="203341"/>
                </a:solidFill>
                <a:latin typeface="Nimbus Sans"/>
                <a:ea typeface="Nimbus Sans"/>
                <a:cs typeface="Nimbus Sans"/>
              </a:defRPr>
            </a:lvl2pPr>
            <a:lvl3pPr algn="l">
              <a:defRPr sz="2100" b="0">
                <a:solidFill>
                  <a:srgbClr val="203341"/>
                </a:solidFill>
                <a:latin typeface="Nimbus Sans"/>
                <a:ea typeface="Nimbus Sans"/>
                <a:cs typeface="Nimbus Sans"/>
              </a:defRPr>
            </a:lvl3pPr>
            <a:lvl4pPr algn="l">
              <a:defRPr sz="2100" b="0">
                <a:solidFill>
                  <a:srgbClr val="203341"/>
                </a:solidFill>
                <a:latin typeface="Nimbus Sans"/>
                <a:ea typeface="Nimbus Sans"/>
                <a:cs typeface="Nimbus Sans"/>
              </a:defRPr>
            </a:lvl4pPr>
            <a:lvl5pPr algn="l">
              <a:defRPr sz="2100" b="0">
                <a:solidFill>
                  <a:srgbClr val="203341"/>
                </a:solidFill>
                <a:latin typeface="Nimbus Sans"/>
                <a:ea typeface="Nimbus Sans"/>
                <a:cs typeface="Nimbus Sans"/>
              </a:defRPr>
            </a:lvl5pPr>
            <a:lvl6pPr algn="l">
              <a:defRPr sz="2100" b="0">
                <a:solidFill>
                  <a:srgbClr val="203341"/>
                </a:solidFill>
                <a:latin typeface="Nimbus Sans"/>
                <a:ea typeface="Nimbus Sans"/>
                <a:cs typeface="Nimbus Sans"/>
              </a:defRPr>
            </a:lvl6pPr>
            <a:lvl7pPr algn="l">
              <a:defRPr sz="2100" b="0">
                <a:solidFill>
                  <a:srgbClr val="203341"/>
                </a:solidFill>
                <a:latin typeface="Nimbus Sans"/>
                <a:ea typeface="Nimbus Sans"/>
                <a:cs typeface="Nimbus Sans"/>
              </a:defRPr>
            </a:lvl7pPr>
            <a:lvl8pPr algn="l">
              <a:defRPr sz="2100" b="0">
                <a:solidFill>
                  <a:srgbClr val="203341"/>
                </a:solidFill>
                <a:latin typeface="Nimbus Sans"/>
                <a:ea typeface="Nimbus Sans"/>
                <a:cs typeface="Nimbus Sans"/>
              </a:defRPr>
            </a:lvl8pPr>
            <a:lvl9pPr algn="l">
              <a:defRPr sz="2100" b="0">
                <a:solidFill>
                  <a:srgbClr val="203341"/>
                </a:solidFill>
                <a:latin typeface="Nimbus Sans"/>
                <a:ea typeface="Nimbus Sans"/>
                <a:cs typeface="Nimbus Sans"/>
              </a:defRPr>
            </a:lvl9pPr>
          </a:lstStyle>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Eliminación</a:t>
            </a:r>
          </a:p>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Mediana</a:t>
            </a:r>
          </a:p>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Regresión OLS</a:t>
            </a:r>
          </a:p>
        </p:txBody>
      </p:sp>
      <p:sp>
        <p:nvSpPr>
          <p:cNvPr id="11" name="">
            <a:extLst xmlns:a="http://schemas.openxmlformats.org/drawingml/2006/main">
              <a:ext uri="{FF2B5EF4-FFF2-40B4-BE49-F238E27FC236}">
                <a16:creationId xmlns:a16="http://schemas.microsoft.com/office/drawing/2014/main" id="{27A707C2-80C5-47CF-823F-034B64D06748}"/>
              </a:ext>
            </a:extLst>
          </p:cNvPr>
          <p:cNvSpPr>
            <a:spLocks xmlns:a="http://schemas.openxmlformats.org/drawingml/2006/main" noGrp="1"/>
          </p:cNvSpPr>
          <p:nvPr/>
        </p:nvSpPr>
        <p:spPr>
          <a:xfrm xmlns:a="http://schemas.openxmlformats.org/drawingml/2006/main">
            <a:off x="571500" y="59055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86873"/>
                </a:solidFill>
                <a:latin typeface="Nimbus Sans"/>
                <a:ea typeface="Nimbus Sans"/>
                <a:cs typeface="Nimbus Sans"/>
              </a:defRPr>
            </a:defPPr>
            <a:lvl1pPr algn="l">
              <a:defRPr sz="1725" b="0">
                <a:solidFill>
                  <a:srgbClr val="586873"/>
                </a:solidFill>
                <a:latin typeface="Nimbus Sans"/>
                <a:ea typeface="Nimbus Sans"/>
                <a:cs typeface="Nimbus Sans"/>
              </a:defRPr>
            </a:lvl1pPr>
            <a:lvl2pPr algn="l">
              <a:defRPr sz="1725" b="0">
                <a:solidFill>
                  <a:srgbClr val="586873"/>
                </a:solidFill>
                <a:latin typeface="Nimbus Sans"/>
                <a:ea typeface="Nimbus Sans"/>
                <a:cs typeface="Nimbus Sans"/>
              </a:defRPr>
            </a:lvl2pPr>
            <a:lvl3pPr algn="l">
              <a:defRPr sz="1725" b="0">
                <a:solidFill>
                  <a:srgbClr val="586873"/>
                </a:solidFill>
                <a:latin typeface="Nimbus Sans"/>
                <a:ea typeface="Nimbus Sans"/>
                <a:cs typeface="Nimbus Sans"/>
              </a:defRPr>
            </a:lvl3pPr>
            <a:lvl4pPr algn="l">
              <a:defRPr sz="1725" b="0">
                <a:solidFill>
                  <a:srgbClr val="586873"/>
                </a:solidFill>
                <a:latin typeface="Nimbus Sans"/>
                <a:ea typeface="Nimbus Sans"/>
                <a:cs typeface="Nimbus Sans"/>
              </a:defRPr>
            </a:lvl4pPr>
            <a:lvl5pPr algn="l">
              <a:defRPr sz="1725" b="0">
                <a:solidFill>
                  <a:srgbClr val="586873"/>
                </a:solidFill>
                <a:latin typeface="Nimbus Sans"/>
                <a:ea typeface="Nimbus Sans"/>
                <a:cs typeface="Nimbus Sans"/>
              </a:defRPr>
            </a:lvl5pPr>
            <a:lvl6pPr algn="l">
              <a:defRPr sz="1725" b="0">
                <a:solidFill>
                  <a:srgbClr val="586873"/>
                </a:solidFill>
                <a:latin typeface="Nimbus Sans"/>
                <a:ea typeface="Nimbus Sans"/>
                <a:cs typeface="Nimbus Sans"/>
              </a:defRPr>
            </a:lvl6pPr>
            <a:lvl7pPr algn="l">
              <a:defRPr sz="1725" b="0">
                <a:solidFill>
                  <a:srgbClr val="586873"/>
                </a:solidFill>
                <a:latin typeface="Nimbus Sans"/>
                <a:ea typeface="Nimbus Sans"/>
                <a:cs typeface="Nimbus Sans"/>
              </a:defRPr>
            </a:lvl7pPr>
            <a:lvl8pPr algn="l">
              <a:defRPr sz="1725" b="0">
                <a:solidFill>
                  <a:srgbClr val="586873"/>
                </a:solidFill>
                <a:latin typeface="Nimbus Sans"/>
                <a:ea typeface="Nimbus Sans"/>
                <a:cs typeface="Nimbus Sans"/>
              </a:defRPr>
            </a:lvl8pPr>
            <a:lvl9pPr algn="l">
              <a:defRPr sz="1725" b="0">
                <a:solidFill>
                  <a:srgbClr val="586873"/>
                </a:solidFill>
                <a:latin typeface="Nimbus Sans"/>
                <a:ea typeface="Nimbus Sans"/>
                <a:cs typeface="Nimbus Sans"/>
              </a:defRPr>
            </a:lvl9pPr>
          </a:lstStyle>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Sin RainTomorrow en imputación. Transporte a estaciones sin medición: supuesto pendiente.</a:t>
            </a:r>
          </a:p>
        </p:txBody>
      </p:sp>
    </p:spTree>
    <p:extLst>
      <p:ext uri="{BB962C8B-B14F-4D97-AF65-F5344CB8AC3E}">
        <p14:creationId xmlns:p14="http://schemas.microsoft.com/office/powerpoint/2010/main" val="16804117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623374-D962-4624-B26F-A54AC2926B77}"/>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A15DF2FD-6657-4850-9F61-EB7E6E59B227}"/>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La regresión mejora reconstrucción observada</a:t>
            </a:r>
          </a:p>
        </p:txBody>
      </p:sp>
      <p:sp>
        <p:nvSpPr>
          <p:cNvPr id="3" name="">
            <a:extLst xmlns:a="http://schemas.openxmlformats.org/drawingml/2006/main">
              <a:ext uri="{FF2B5EF4-FFF2-40B4-BE49-F238E27FC236}">
                <a16:creationId xmlns:a16="http://schemas.microsoft.com/office/drawing/2014/main" id="{42A40C07-D307-4900-8E71-7E948E5383A5}"/>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3AC58F-1CBA-4533-A0C8-E023366B5A5D}"/>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Jorge Guaico  ·  03:20–04:10</a:t>
            </a:r>
          </a:p>
        </p:txBody>
      </p:sp>
      <p:sp>
        <p:nvSpPr>
          <p:cNvPr id="5" name="">
            <a:extLst xmlns:a="http://schemas.openxmlformats.org/drawingml/2006/main">
              <a:ext uri="{FF2B5EF4-FFF2-40B4-BE49-F238E27FC236}">
                <a16:creationId xmlns:a16="http://schemas.microsoft.com/office/drawing/2014/main" id="{9DB14324-D297-4918-8D9D-FD51466FEF04}"/>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05 / 12</a:t>
            </a:r>
          </a:p>
        </p:txBody>
      </p:sp>
      <p:graphicFrame>
        <p:nvGraphicFramePr>
          <p:cNvPr id="6" name="Chart">
            <a:extLst xmlns:a="http://schemas.openxmlformats.org/drawingml/2006/main">
              <a:ext uri="{FF2B5EF4-FFF2-40B4-BE49-F238E27FC236}">
                <a16:creationId xmlns:a16="http://schemas.microsoft.com/office/drawing/2014/main" id="{E284D39E-9D21-4679-B461-E2709D5AB16E}"/>
              </a:ext>
            </a:extLst>
          </p:cNvPr>
          <p:cNvGraphicFramePr/>
          <p:nvPr/>
        </p:nvGraphicFramePr>
        <p:xfrm>
          <a:off xmlns:a="http://schemas.openxmlformats.org/drawingml/2006/main" x="523875" y="1714500"/>
          <a:ext xmlns:a="http://schemas.openxmlformats.org/drawingml/2006/main" cx="6667500" cy="4048125"/>
        </p:xfrm>
        <a:graphic xmlns:a="http://schemas.openxmlformats.org/drawingml/2006/main">
          <a:graphicData uri="http://schemas.openxmlformats.org/drawingml/2006/chart">
            <c:chart xmlns:r="http://schemas.openxmlformats.org/officeDocument/2006/relationships" xmlns:c="http://schemas.openxmlformats.org/drawingml/2006/chart" r:id="R536f5501eb7b48fe"/>
          </a:graphicData>
        </a:graphic>
      </p:graphicFrame>
      <p:sp>
        <p:nvSpPr>
          <p:cNvPr id="7" name="">
            <a:extLst xmlns:a="http://schemas.openxmlformats.org/drawingml/2006/main">
              <a:ext uri="{FF2B5EF4-FFF2-40B4-BE49-F238E27FC236}">
                <a16:creationId xmlns:a16="http://schemas.microsoft.com/office/drawing/2014/main" id="{53067F70-247F-4A35-9759-43FE6E1351A1}"/>
              </a:ext>
            </a:extLst>
          </p:cNvPr>
          <p:cNvSpPr>
            <a:spLocks xmlns:a="http://schemas.openxmlformats.org/drawingml/2006/main" noGrp="1"/>
          </p:cNvSpPr>
          <p:nvPr/>
        </p:nvSpPr>
        <p:spPr>
          <a:xfrm xmlns:a="http://schemas.openxmlformats.org/drawingml/2006/main">
            <a:off x="7762875" y="1952625"/>
            <a:ext cx="3476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600" b="1">
                <a:solidFill>
                  <a:srgbClr val="138397"/>
                </a:solidFill>
                <a:latin typeface="Nimbus Sans"/>
                <a:ea typeface="Nimbus Sans"/>
                <a:cs typeface="Nimbus Sans"/>
              </a:defRPr>
            </a:defPPr>
            <a:lvl1pPr algn="l">
              <a:defRPr sz="3600" b="1">
                <a:solidFill>
                  <a:srgbClr val="138397"/>
                </a:solidFill>
                <a:latin typeface="Nimbus Sans"/>
                <a:ea typeface="Nimbus Sans"/>
                <a:cs typeface="Nimbus Sans"/>
              </a:defRPr>
            </a:lvl1pPr>
            <a:lvl2pPr algn="l">
              <a:defRPr sz="3600" b="1">
                <a:solidFill>
                  <a:srgbClr val="138397"/>
                </a:solidFill>
                <a:latin typeface="Nimbus Sans"/>
                <a:ea typeface="Nimbus Sans"/>
                <a:cs typeface="Nimbus Sans"/>
              </a:defRPr>
            </a:lvl2pPr>
            <a:lvl3pPr algn="l">
              <a:defRPr sz="3600" b="1">
                <a:solidFill>
                  <a:srgbClr val="138397"/>
                </a:solidFill>
                <a:latin typeface="Nimbus Sans"/>
                <a:ea typeface="Nimbus Sans"/>
                <a:cs typeface="Nimbus Sans"/>
              </a:defRPr>
            </a:lvl3pPr>
            <a:lvl4pPr algn="l">
              <a:defRPr sz="3600" b="1">
                <a:solidFill>
                  <a:srgbClr val="138397"/>
                </a:solidFill>
                <a:latin typeface="Nimbus Sans"/>
                <a:ea typeface="Nimbus Sans"/>
                <a:cs typeface="Nimbus Sans"/>
              </a:defRPr>
            </a:lvl4pPr>
            <a:lvl5pPr algn="l">
              <a:defRPr sz="3600" b="1">
                <a:solidFill>
                  <a:srgbClr val="138397"/>
                </a:solidFill>
                <a:latin typeface="Nimbus Sans"/>
                <a:ea typeface="Nimbus Sans"/>
                <a:cs typeface="Nimbus Sans"/>
              </a:defRPr>
            </a:lvl5pPr>
            <a:lvl6pPr algn="l">
              <a:defRPr sz="3600" b="1">
                <a:solidFill>
                  <a:srgbClr val="138397"/>
                </a:solidFill>
                <a:latin typeface="Nimbus Sans"/>
                <a:ea typeface="Nimbus Sans"/>
                <a:cs typeface="Nimbus Sans"/>
              </a:defRPr>
            </a:lvl6pPr>
            <a:lvl7pPr algn="l">
              <a:defRPr sz="3600" b="1">
                <a:solidFill>
                  <a:srgbClr val="138397"/>
                </a:solidFill>
                <a:latin typeface="Nimbus Sans"/>
                <a:ea typeface="Nimbus Sans"/>
                <a:cs typeface="Nimbus Sans"/>
              </a:defRPr>
            </a:lvl7pPr>
            <a:lvl8pPr algn="l">
              <a:defRPr sz="3600" b="1">
                <a:solidFill>
                  <a:srgbClr val="138397"/>
                </a:solidFill>
                <a:latin typeface="Nimbus Sans"/>
                <a:ea typeface="Nimbus Sans"/>
                <a:cs typeface="Nimbus Sans"/>
              </a:defRPr>
            </a:lvl8pPr>
            <a:lvl9pPr algn="l">
              <a:defRPr sz="3600" b="1">
                <a:solidFill>
                  <a:srgbClr val="138397"/>
                </a:solidFill>
                <a:latin typeface="Nimbus Sans"/>
                <a:ea typeface="Nimbus Sans"/>
                <a:cs typeface="Nimbus Sans"/>
              </a:defRPr>
            </a:lvl9pPr>
          </a:lstStyle>
          <a:p xmlns:a="http://schemas.openxmlformats.org/drawingml/2006/main">
            <a:pPr algn="l">
              <a:defRPr sz="3600" b="1">
                <a:solidFill>
                  <a:srgbClr val="138397"/>
                </a:solidFill>
                <a:latin typeface="Nimbus Sans"/>
                <a:ea typeface="Nimbus Sans"/>
                <a:cs typeface="Nimbus Sans"/>
              </a:defRPr>
            </a:pPr>
            <a:r>
              <a:rPr sz="3600" b="1">
                <a:solidFill>
                  <a:srgbClr val="138397"/>
                </a:solidFill>
                <a:latin typeface="Nimbus Sans"/>
                <a:ea typeface="Nimbus Sans"/>
                <a:cs typeface="Nimbus Sans"/>
              </a:rPr>
              <a:t>−41,76 %</a:t>
            </a:r>
          </a:p>
        </p:txBody>
      </p:sp>
      <p:sp>
        <p:nvSpPr>
          <p:cNvPr id="8" name="">
            <a:extLst xmlns:a="http://schemas.openxmlformats.org/drawingml/2006/main">
              <a:ext uri="{FF2B5EF4-FFF2-40B4-BE49-F238E27FC236}">
                <a16:creationId xmlns:a16="http://schemas.microsoft.com/office/drawing/2014/main" id="{FFCA74C0-8297-4519-873B-8848D4106DA5}"/>
              </a:ext>
            </a:extLst>
          </p:cNvPr>
          <p:cNvSpPr>
            <a:spLocks xmlns:a="http://schemas.openxmlformats.org/drawingml/2006/main" noGrp="1"/>
          </p:cNvSpPr>
          <p:nvPr/>
        </p:nvSpPr>
        <p:spPr>
          <a:xfrm xmlns:a="http://schemas.openxmlformats.org/drawingml/2006/main">
            <a:off x="7762875" y="2657475"/>
            <a:ext cx="3476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0">
                <a:solidFill>
                  <a:srgbClr val="203341"/>
                </a:solidFill>
                <a:latin typeface="Nimbus Sans"/>
                <a:ea typeface="Nimbus Sans"/>
                <a:cs typeface="Nimbus Sans"/>
              </a:defRPr>
            </a:defPPr>
            <a:lvl1pPr algn="l">
              <a:defRPr sz="2025" b="0">
                <a:solidFill>
                  <a:srgbClr val="203341"/>
                </a:solidFill>
                <a:latin typeface="Nimbus Sans"/>
                <a:ea typeface="Nimbus Sans"/>
                <a:cs typeface="Nimbus Sans"/>
              </a:defRPr>
            </a:lvl1pPr>
            <a:lvl2pPr algn="l">
              <a:defRPr sz="2025" b="0">
                <a:solidFill>
                  <a:srgbClr val="203341"/>
                </a:solidFill>
                <a:latin typeface="Nimbus Sans"/>
                <a:ea typeface="Nimbus Sans"/>
                <a:cs typeface="Nimbus Sans"/>
              </a:defRPr>
            </a:lvl2pPr>
            <a:lvl3pPr algn="l">
              <a:defRPr sz="2025" b="0">
                <a:solidFill>
                  <a:srgbClr val="203341"/>
                </a:solidFill>
                <a:latin typeface="Nimbus Sans"/>
                <a:ea typeface="Nimbus Sans"/>
                <a:cs typeface="Nimbus Sans"/>
              </a:defRPr>
            </a:lvl3pPr>
            <a:lvl4pPr algn="l">
              <a:defRPr sz="2025" b="0">
                <a:solidFill>
                  <a:srgbClr val="203341"/>
                </a:solidFill>
                <a:latin typeface="Nimbus Sans"/>
                <a:ea typeface="Nimbus Sans"/>
                <a:cs typeface="Nimbus Sans"/>
              </a:defRPr>
            </a:lvl4pPr>
            <a:lvl5pPr algn="l">
              <a:defRPr sz="2025" b="0">
                <a:solidFill>
                  <a:srgbClr val="203341"/>
                </a:solidFill>
                <a:latin typeface="Nimbus Sans"/>
                <a:ea typeface="Nimbus Sans"/>
                <a:cs typeface="Nimbus Sans"/>
              </a:defRPr>
            </a:lvl5pPr>
            <a:lvl6pPr algn="l">
              <a:defRPr sz="2025" b="0">
                <a:solidFill>
                  <a:srgbClr val="203341"/>
                </a:solidFill>
                <a:latin typeface="Nimbus Sans"/>
                <a:ea typeface="Nimbus Sans"/>
                <a:cs typeface="Nimbus Sans"/>
              </a:defRPr>
            </a:lvl6pPr>
            <a:lvl7pPr algn="l">
              <a:defRPr sz="2025" b="0">
                <a:solidFill>
                  <a:srgbClr val="203341"/>
                </a:solidFill>
                <a:latin typeface="Nimbus Sans"/>
                <a:ea typeface="Nimbus Sans"/>
                <a:cs typeface="Nimbus Sans"/>
              </a:defRPr>
            </a:lvl7pPr>
            <a:lvl8pPr algn="l">
              <a:defRPr sz="2025" b="0">
                <a:solidFill>
                  <a:srgbClr val="203341"/>
                </a:solidFill>
                <a:latin typeface="Nimbus Sans"/>
                <a:ea typeface="Nimbus Sans"/>
                <a:cs typeface="Nimbus Sans"/>
              </a:defRPr>
            </a:lvl8pPr>
            <a:lvl9pPr algn="l">
              <a:defRPr sz="2025" b="0">
                <a:solidFill>
                  <a:srgbClr val="203341"/>
                </a:solidFill>
                <a:latin typeface="Nimbus Sans"/>
                <a:ea typeface="Nimbus Sans"/>
                <a:cs typeface="Nimbus Sans"/>
              </a:defRPr>
            </a:lvl9pPr>
          </a:lstStyle>
          <a:p xmlns:a="http://schemas.openxmlformats.org/drawingml/2006/main">
            <a:pPr algn="l">
              <a:defRPr sz="2025" b="0">
                <a:solidFill>
                  <a:srgbClr val="203341"/>
                </a:solidFill>
                <a:latin typeface="Nimbus Sans"/>
                <a:ea typeface="Nimbus Sans"/>
                <a:cs typeface="Nimbus Sans"/>
              </a:defRPr>
            </a:pPr>
            <a:r>
              <a:rPr sz="2025" b="0">
                <a:solidFill>
                  <a:srgbClr val="203341"/>
                </a:solidFill>
                <a:latin typeface="Nimbus Sans"/>
                <a:ea typeface="Nimbus Sans"/>
                <a:cs typeface="Nimbus Sans"/>
              </a:rPr>
              <a:t>de error frente a mediana</a:t>
            </a:r>
          </a:p>
        </p:txBody>
      </p:sp>
      <p:sp>
        <p:nvSpPr>
          <p:cNvPr id="9" name="">
            <a:extLst xmlns:a="http://schemas.openxmlformats.org/drawingml/2006/main">
              <a:ext uri="{FF2B5EF4-FFF2-40B4-BE49-F238E27FC236}">
                <a16:creationId xmlns:a16="http://schemas.microsoft.com/office/drawing/2014/main" id="{89F20DA9-CC50-4CCA-BC43-00CECB808A93}"/>
              </a:ext>
            </a:extLst>
          </p:cNvPr>
          <p:cNvSpPr>
            <a:spLocks xmlns:a="http://schemas.openxmlformats.org/drawingml/2006/main" noGrp="1"/>
          </p:cNvSpPr>
          <p:nvPr/>
        </p:nvSpPr>
        <p:spPr>
          <a:xfrm xmlns:a="http://schemas.openxmlformats.org/drawingml/2006/main">
            <a:off x="7762875" y="3762375"/>
            <a:ext cx="3476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173B59"/>
                </a:solidFill>
                <a:latin typeface="Nimbus Sans"/>
                <a:ea typeface="Nimbus Sans"/>
                <a:cs typeface="Nimbus Sans"/>
              </a:defRPr>
            </a:defPPr>
            <a:lvl1pPr algn="l">
              <a:defRPr sz="2250" b="1">
                <a:solidFill>
                  <a:srgbClr val="173B59"/>
                </a:solidFill>
                <a:latin typeface="Nimbus Sans"/>
                <a:ea typeface="Nimbus Sans"/>
                <a:cs typeface="Nimbus Sans"/>
              </a:defRPr>
            </a:lvl1pPr>
            <a:lvl2pPr algn="l">
              <a:defRPr sz="2250" b="1">
                <a:solidFill>
                  <a:srgbClr val="173B59"/>
                </a:solidFill>
                <a:latin typeface="Nimbus Sans"/>
                <a:ea typeface="Nimbus Sans"/>
                <a:cs typeface="Nimbus Sans"/>
              </a:defRPr>
            </a:lvl2pPr>
            <a:lvl3pPr algn="l">
              <a:defRPr sz="2250" b="1">
                <a:solidFill>
                  <a:srgbClr val="173B59"/>
                </a:solidFill>
                <a:latin typeface="Nimbus Sans"/>
                <a:ea typeface="Nimbus Sans"/>
                <a:cs typeface="Nimbus Sans"/>
              </a:defRPr>
            </a:lvl3pPr>
            <a:lvl4pPr algn="l">
              <a:defRPr sz="2250" b="1">
                <a:solidFill>
                  <a:srgbClr val="173B59"/>
                </a:solidFill>
                <a:latin typeface="Nimbus Sans"/>
                <a:ea typeface="Nimbus Sans"/>
                <a:cs typeface="Nimbus Sans"/>
              </a:defRPr>
            </a:lvl4pPr>
            <a:lvl5pPr algn="l">
              <a:defRPr sz="2250" b="1">
                <a:solidFill>
                  <a:srgbClr val="173B59"/>
                </a:solidFill>
                <a:latin typeface="Nimbus Sans"/>
                <a:ea typeface="Nimbus Sans"/>
                <a:cs typeface="Nimbus Sans"/>
              </a:defRPr>
            </a:lvl5pPr>
            <a:lvl6pPr algn="l">
              <a:defRPr sz="2250" b="1">
                <a:solidFill>
                  <a:srgbClr val="173B59"/>
                </a:solidFill>
                <a:latin typeface="Nimbus Sans"/>
                <a:ea typeface="Nimbus Sans"/>
                <a:cs typeface="Nimbus Sans"/>
              </a:defRPr>
            </a:lvl6pPr>
            <a:lvl7pPr algn="l">
              <a:defRPr sz="2250" b="1">
                <a:solidFill>
                  <a:srgbClr val="173B59"/>
                </a:solidFill>
                <a:latin typeface="Nimbus Sans"/>
                <a:ea typeface="Nimbus Sans"/>
                <a:cs typeface="Nimbus Sans"/>
              </a:defRPr>
            </a:lvl7pPr>
            <a:lvl8pPr algn="l">
              <a:defRPr sz="2250" b="1">
                <a:solidFill>
                  <a:srgbClr val="173B59"/>
                </a:solidFill>
                <a:latin typeface="Nimbus Sans"/>
                <a:ea typeface="Nimbus Sans"/>
                <a:cs typeface="Nimbus Sans"/>
              </a:defRPr>
            </a:lvl8pPr>
            <a:lvl9pPr algn="l">
              <a:defRPr sz="2250" b="1">
                <a:solidFill>
                  <a:srgbClr val="173B59"/>
                </a:solidFill>
                <a:latin typeface="Nimbus Sans"/>
                <a:ea typeface="Nimbus Sans"/>
                <a:cs typeface="Nimbus Sans"/>
              </a:defRPr>
            </a:lvl9pPr>
          </a:lstStyle>
          <a:p xmlns:a="http://schemas.openxmlformats.org/drawingml/2006/main">
            <a:pPr algn="l">
              <a:defRPr sz="2250" b="1">
                <a:solidFill>
                  <a:srgbClr val="173B59"/>
                </a:solidFill>
                <a:latin typeface="Nimbus Sans"/>
                <a:ea typeface="Nimbus Sans"/>
                <a:cs typeface="Nimbus Sans"/>
              </a:defRPr>
            </a:pPr>
            <a:r>
              <a:rPr sz="2250" b="1">
                <a:solidFill>
                  <a:srgbClr val="173B59"/>
                </a:solidFill>
                <a:latin typeface="Nimbus Sans"/>
                <a:ea typeface="Nimbus Sans"/>
                <a:cs typeface="Nimbus Sans"/>
              </a:rPr>
              <a:t>16 regresiones</a:t>
            </a:r>
          </a:p>
        </p:txBody>
      </p:sp>
      <p:sp>
        <p:nvSpPr>
          <p:cNvPr id="10" name="">
            <a:extLst xmlns:a="http://schemas.openxmlformats.org/drawingml/2006/main">
              <a:ext uri="{FF2B5EF4-FFF2-40B4-BE49-F238E27FC236}">
                <a16:creationId xmlns:a16="http://schemas.microsoft.com/office/drawing/2014/main" id="{0B05C67D-36F9-41DE-BAB5-BD028EE062FA}"/>
              </a:ext>
            </a:extLst>
          </p:cNvPr>
          <p:cNvSpPr>
            <a:spLocks xmlns:a="http://schemas.openxmlformats.org/drawingml/2006/main" noGrp="1"/>
          </p:cNvSpPr>
          <p:nvPr/>
        </p:nvSpPr>
        <p:spPr>
          <a:xfrm xmlns:a="http://schemas.openxmlformats.org/drawingml/2006/main">
            <a:off x="7762875" y="4333875"/>
            <a:ext cx="361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203341"/>
                </a:solidFill>
                <a:latin typeface="Nimbus Sans"/>
                <a:ea typeface="Nimbus Sans"/>
                <a:cs typeface="Nimbus Sans"/>
              </a:defRPr>
            </a:defPPr>
            <a:lvl1pPr algn="l">
              <a:defRPr sz="1875" b="0">
                <a:solidFill>
                  <a:srgbClr val="203341"/>
                </a:solidFill>
                <a:latin typeface="Nimbus Sans"/>
                <a:ea typeface="Nimbus Sans"/>
                <a:cs typeface="Nimbus Sans"/>
              </a:defRPr>
            </a:lvl1pPr>
            <a:lvl2pPr algn="l">
              <a:defRPr sz="1875" b="0">
                <a:solidFill>
                  <a:srgbClr val="203341"/>
                </a:solidFill>
                <a:latin typeface="Nimbus Sans"/>
                <a:ea typeface="Nimbus Sans"/>
                <a:cs typeface="Nimbus Sans"/>
              </a:defRPr>
            </a:lvl2pPr>
            <a:lvl3pPr algn="l">
              <a:defRPr sz="1875" b="0">
                <a:solidFill>
                  <a:srgbClr val="203341"/>
                </a:solidFill>
                <a:latin typeface="Nimbus Sans"/>
                <a:ea typeface="Nimbus Sans"/>
                <a:cs typeface="Nimbus Sans"/>
              </a:defRPr>
            </a:lvl3pPr>
            <a:lvl4pPr algn="l">
              <a:defRPr sz="1875" b="0">
                <a:solidFill>
                  <a:srgbClr val="203341"/>
                </a:solidFill>
                <a:latin typeface="Nimbus Sans"/>
                <a:ea typeface="Nimbus Sans"/>
                <a:cs typeface="Nimbus Sans"/>
              </a:defRPr>
            </a:lvl4pPr>
            <a:lvl5pPr algn="l">
              <a:defRPr sz="1875" b="0">
                <a:solidFill>
                  <a:srgbClr val="203341"/>
                </a:solidFill>
                <a:latin typeface="Nimbus Sans"/>
                <a:ea typeface="Nimbus Sans"/>
                <a:cs typeface="Nimbus Sans"/>
              </a:defRPr>
            </a:lvl5pPr>
            <a:lvl6pPr algn="l">
              <a:defRPr sz="1875" b="0">
                <a:solidFill>
                  <a:srgbClr val="203341"/>
                </a:solidFill>
                <a:latin typeface="Nimbus Sans"/>
                <a:ea typeface="Nimbus Sans"/>
                <a:cs typeface="Nimbus Sans"/>
              </a:defRPr>
            </a:lvl6pPr>
            <a:lvl7pPr algn="l">
              <a:defRPr sz="1875" b="0">
                <a:solidFill>
                  <a:srgbClr val="203341"/>
                </a:solidFill>
                <a:latin typeface="Nimbus Sans"/>
                <a:ea typeface="Nimbus Sans"/>
                <a:cs typeface="Nimbus Sans"/>
              </a:defRPr>
            </a:lvl7pPr>
            <a:lvl8pPr algn="l">
              <a:defRPr sz="1875" b="0">
                <a:solidFill>
                  <a:srgbClr val="203341"/>
                </a:solidFill>
                <a:latin typeface="Nimbus Sans"/>
                <a:ea typeface="Nimbus Sans"/>
                <a:cs typeface="Nimbus Sans"/>
              </a:defRPr>
            </a:lvl8pPr>
            <a:lvl9pPr algn="l">
              <a:defRPr sz="1875" b="0">
                <a:solidFill>
                  <a:srgbClr val="203341"/>
                </a:solidFill>
                <a:latin typeface="Nimbus Sans"/>
                <a:ea typeface="Nimbus Sans"/>
                <a:cs typeface="Nimbus Sans"/>
              </a:defRPr>
            </a:lvl9pPr>
          </a:lstStyle>
          <a:p xmlns:a="http://schemas.openxmlformats.org/drawingml/2006/main">
            <a:pPr algn="l">
              <a:defRPr sz="1875" b="0">
                <a:solidFill>
                  <a:srgbClr val="203341"/>
                </a:solidFill>
                <a:latin typeface="Nimbus Sans"/>
                <a:ea typeface="Nimbus Sans"/>
                <a:cs typeface="Nimbus Sans"/>
              </a:defRPr>
            </a:pPr>
            <a:r>
              <a:rPr sz="1875" b="0">
                <a:solidFill>
                  <a:srgbClr val="203341"/>
                </a:solidFill>
                <a:latin typeface="Nimbus Sans"/>
                <a:ea typeface="Nimbus Sans"/>
                <a:cs typeface="Nimbus Sans"/>
              </a:rPr>
              <a:t>Tres predictores por variable</a:t>
            </a:r>
          </a:p>
          <a:p xmlns:a="http://schemas.openxmlformats.org/drawingml/2006/main">
            <a:pPr algn="l">
              <a:defRPr sz="1875" b="0">
                <a:solidFill>
                  <a:srgbClr val="203341"/>
                </a:solidFill>
                <a:latin typeface="Nimbus Sans"/>
                <a:ea typeface="Nimbus Sans"/>
                <a:cs typeface="Nimbus Sans"/>
              </a:defRPr>
            </a:pPr>
            <a:r>
              <a:rPr sz="1875" b="0">
                <a:solidFill>
                  <a:srgbClr val="203341"/>
                </a:solidFill>
                <a:latin typeface="Nimbus Sans"/>
                <a:ea typeface="Nimbus Sans"/>
                <a:cs typeface="Nimbus Sans"/>
              </a:rPr>
              <a:t>20 % para validación</a:t>
            </a:r>
          </a:p>
          <a:p xmlns:a="http://schemas.openxmlformats.org/drawingml/2006/main">
            <a:pPr algn="l">
              <a:defRPr sz="1875" b="0">
                <a:solidFill>
                  <a:srgbClr val="203341"/>
                </a:solidFill>
                <a:latin typeface="Nimbus Sans"/>
                <a:ea typeface="Nimbus Sans"/>
                <a:cs typeface="Nimbus Sans"/>
              </a:defRPr>
            </a:pPr>
            <a:r>
              <a:rPr sz="1875" b="0">
                <a:solidFill>
                  <a:srgbClr val="203341"/>
                </a:solidFill>
                <a:latin typeface="Nimbus Sans"/>
                <a:ea typeface="Nimbus Sans"/>
                <a:cs typeface="Nimbus Sans"/>
              </a:rPr>
              <a:t>Ajustes solo en train</a:t>
            </a:r>
          </a:p>
        </p:txBody>
      </p:sp>
      <p:sp>
        <p:nvSpPr>
          <p:cNvPr id="11" name="">
            <a:extLst xmlns:a="http://schemas.openxmlformats.org/drawingml/2006/main">
              <a:ext uri="{FF2B5EF4-FFF2-40B4-BE49-F238E27FC236}">
                <a16:creationId xmlns:a16="http://schemas.microsoft.com/office/drawing/2014/main" id="{F9DE1E20-B90D-404C-AECA-D10569021212}"/>
              </a:ext>
            </a:extLst>
          </p:cNvPr>
          <p:cNvSpPr>
            <a:spLocks xmlns:a="http://schemas.openxmlformats.org/drawingml/2006/main" noGrp="1"/>
          </p:cNvSpPr>
          <p:nvPr/>
        </p:nvSpPr>
        <p:spPr>
          <a:xfrm xmlns:a="http://schemas.openxmlformats.org/drawingml/2006/main">
            <a:off x="571500" y="59055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86873"/>
                </a:solidFill>
                <a:latin typeface="Nimbus Sans"/>
                <a:ea typeface="Nimbus Sans"/>
                <a:cs typeface="Nimbus Sans"/>
              </a:defRPr>
            </a:defPPr>
            <a:lvl1pPr algn="l">
              <a:defRPr sz="1725" b="0">
                <a:solidFill>
                  <a:srgbClr val="586873"/>
                </a:solidFill>
                <a:latin typeface="Nimbus Sans"/>
                <a:ea typeface="Nimbus Sans"/>
                <a:cs typeface="Nimbus Sans"/>
              </a:defRPr>
            </a:lvl1pPr>
            <a:lvl2pPr algn="l">
              <a:defRPr sz="1725" b="0">
                <a:solidFill>
                  <a:srgbClr val="586873"/>
                </a:solidFill>
                <a:latin typeface="Nimbus Sans"/>
                <a:ea typeface="Nimbus Sans"/>
                <a:cs typeface="Nimbus Sans"/>
              </a:defRPr>
            </a:lvl2pPr>
            <a:lvl3pPr algn="l">
              <a:defRPr sz="1725" b="0">
                <a:solidFill>
                  <a:srgbClr val="586873"/>
                </a:solidFill>
                <a:latin typeface="Nimbus Sans"/>
                <a:ea typeface="Nimbus Sans"/>
                <a:cs typeface="Nimbus Sans"/>
              </a:defRPr>
            </a:lvl3pPr>
            <a:lvl4pPr algn="l">
              <a:defRPr sz="1725" b="0">
                <a:solidFill>
                  <a:srgbClr val="586873"/>
                </a:solidFill>
                <a:latin typeface="Nimbus Sans"/>
                <a:ea typeface="Nimbus Sans"/>
                <a:cs typeface="Nimbus Sans"/>
              </a:defRPr>
            </a:lvl4pPr>
            <a:lvl5pPr algn="l">
              <a:defRPr sz="1725" b="0">
                <a:solidFill>
                  <a:srgbClr val="586873"/>
                </a:solidFill>
                <a:latin typeface="Nimbus Sans"/>
                <a:ea typeface="Nimbus Sans"/>
                <a:cs typeface="Nimbus Sans"/>
              </a:defRPr>
            </a:lvl5pPr>
            <a:lvl6pPr algn="l">
              <a:defRPr sz="1725" b="0">
                <a:solidFill>
                  <a:srgbClr val="586873"/>
                </a:solidFill>
                <a:latin typeface="Nimbus Sans"/>
                <a:ea typeface="Nimbus Sans"/>
                <a:cs typeface="Nimbus Sans"/>
              </a:defRPr>
            </a:lvl6pPr>
            <a:lvl7pPr algn="l">
              <a:defRPr sz="1725" b="0">
                <a:solidFill>
                  <a:srgbClr val="586873"/>
                </a:solidFill>
                <a:latin typeface="Nimbus Sans"/>
                <a:ea typeface="Nimbus Sans"/>
                <a:cs typeface="Nimbus Sans"/>
              </a:defRPr>
            </a:lvl7pPr>
            <a:lvl8pPr algn="l">
              <a:defRPr sz="1725" b="0">
                <a:solidFill>
                  <a:srgbClr val="586873"/>
                </a:solidFill>
                <a:latin typeface="Nimbus Sans"/>
                <a:ea typeface="Nimbus Sans"/>
                <a:cs typeface="Nimbus Sans"/>
              </a:defRPr>
            </a:lvl8pPr>
            <a:lvl9pPr algn="l">
              <a:defRPr sz="1725" b="0">
                <a:solidFill>
                  <a:srgbClr val="586873"/>
                </a:solidFill>
                <a:latin typeface="Nimbus Sans"/>
                <a:ea typeface="Nimbus Sans"/>
                <a:cs typeface="Nimbus Sans"/>
              </a:defRPr>
            </a:lvl9pPr>
          </a:lstStyle>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Elegida por regla interna (mejora ≥ 5 %). No demuestra MAR ni recupera la verdad ausente.</a:t>
            </a:r>
          </a:p>
        </p:txBody>
      </p:sp>
    </p:spTree>
    <p:extLst>
      <p:ext uri="{BB962C8B-B14F-4D97-AF65-F5344CB8AC3E}">
        <p14:creationId xmlns:p14="http://schemas.microsoft.com/office/powerpoint/2010/main" val="21320318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B1987E-5BB0-4709-82A3-1259F932BBE7}"/>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581B3DF3-B165-4C05-BD83-13528A17FC75}"/>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Seleccionamos procedimientos dentro de entrenamiento</a:t>
            </a:r>
          </a:p>
        </p:txBody>
      </p:sp>
      <p:sp>
        <p:nvSpPr>
          <p:cNvPr id="3" name="">
            <a:extLst xmlns:a="http://schemas.openxmlformats.org/drawingml/2006/main">
              <a:ext uri="{FF2B5EF4-FFF2-40B4-BE49-F238E27FC236}">
                <a16:creationId xmlns:a16="http://schemas.microsoft.com/office/drawing/2014/main" id="{0395ED75-8BB7-482D-8017-6AB8C9F07F1E}"/>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2392E6-7F3B-4755-A2D6-A72CC3BF2179}"/>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Jorge Guaico  ·  04:10–05:00</a:t>
            </a:r>
          </a:p>
        </p:txBody>
      </p:sp>
      <p:sp>
        <p:nvSpPr>
          <p:cNvPr id="5" name="">
            <a:extLst xmlns:a="http://schemas.openxmlformats.org/drawingml/2006/main">
              <a:ext uri="{FF2B5EF4-FFF2-40B4-BE49-F238E27FC236}">
                <a16:creationId xmlns:a16="http://schemas.microsoft.com/office/drawing/2014/main" id="{79BBFE12-EA49-4F90-B5B0-E258E8CFA9C3}"/>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06 / 12</a:t>
            </a:r>
          </a:p>
        </p:txBody>
      </p:sp>
      <p:graphicFrame>
        <p:nvGraphicFramePr>
          <p:cNvPr id="6" name="">
            <a:extLst xmlns:a="http://schemas.openxmlformats.org/drawingml/2006/main">
              <a:ext uri="{FF2B5EF4-FFF2-40B4-BE49-F238E27FC236}">
                <a16:creationId xmlns:a16="http://schemas.microsoft.com/office/drawing/2014/main" id="{2EB605E9-CC95-4B56-B85F-76561A775763}"/>
              </a:ext>
            </a:extLst>
          </p:cNvPr>
          <p:cNvGraphicFramePr/>
          <p:nvPr/>
        </p:nvGraphicFramePr>
        <p:xfrm>
          <a:off xmlns:a="http://schemas.openxmlformats.org/drawingml/2006/main" x="571500" y="1857375"/>
          <a:ext xmlns:a="http://schemas.openxmlformats.org/drawingml/2006/main" cx="11049000" cy="2857500"/>
        </p:xfrm>
        <a:graphic xmlns:a="http://schemas.openxmlformats.org/drawingml/2006/main">
          <a:graphicData uri="http://schemas.openxmlformats.org/drawingml/2006/table">
            <a:tbl>
              <a:tblPr/>
              <a:tblGrid>
                <a:gridCol w="1333500"/>
                <a:gridCol w="5619750"/>
                <a:gridCol w="2000250"/>
                <a:gridCol w="2095500"/>
              </a:tblGrid>
              <a:tr h="714375">
                <a:tc>
                  <a:txBody>
                    <a:bodyPr/>
                    <a:lstStyle/>
                    <a:p>
                      <a:pPr algn="l"/>
                      <a:r>
                        <a:rPr sz="1875" b="1">
                          <a:solidFill>
                            <a:srgbClr val="FFFFFF"/>
                          </a:solidFill>
                          <a:latin typeface="Nimbus Sans"/>
                          <a:ea typeface="Nimbus Sans"/>
                          <a:cs typeface="Nimbus Sans"/>
                        </a:rPr>
                        <a:t>Modelo</a:t>
                      </a:r>
                    </a:p>
                  </a:txBody>
                  <a:tcPr marL="114300" marR="114300" marT="76200" marB="76200" anchor="ctr">
                    <a:lnL w="9525">
                      <a:solidFill>
                        <a:srgbClr val="DBE3E8"/>
                      </a:solidFill>
                      <a:prstDash val="solid"/>
                    </a:lnL>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875" b="1">
                          <a:solidFill>
                            <a:srgbClr val="FFFFFF"/>
                          </a:solidFill>
                          <a:latin typeface="Nimbus Sans"/>
                          <a:ea typeface="Nimbus Sans"/>
                          <a:cs typeface="Nimbus Sans"/>
                        </a:rPr>
                        <a:t>Procedimiento</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875" b="1">
                          <a:solidFill>
                            <a:srgbClr val="FFFFFF"/>
                          </a:solidFill>
                          <a:latin typeface="Nimbus Sans"/>
                          <a:ea typeface="Nimbus Sans"/>
                          <a:cs typeface="Nimbus Sans"/>
                        </a:rPr>
                        <a:t>Predictores</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875" b="1">
                          <a:solidFill>
                            <a:srgbClr val="FFFFFF"/>
                          </a:solidFill>
                          <a:latin typeface="Nimbus Sans"/>
                          <a:ea typeface="Nimbus Sans"/>
                          <a:cs typeface="Nimbus Sans"/>
                        </a:rPr>
                        <a:t>AUC OOF</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r>
              <a:tr h="714375">
                <a:tc>
                  <a:txBody>
                    <a:bodyPr/>
                    <a:lstStyle/>
                    <a:p>
                      <a:pPr algn="l"/>
                      <a:r>
                        <a:rPr sz="1875" b="0">
                          <a:solidFill>
                            <a:srgbClr val="203341"/>
                          </a:solidFill>
                          <a:latin typeface="Nimbus Sans"/>
                          <a:ea typeface="Nimbus Sans"/>
                          <a:cs typeface="Nimbus Sans"/>
                        </a:rPr>
                        <a:t>M1</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875" b="0">
                          <a:solidFill>
                            <a:srgbClr val="203341"/>
                          </a:solidFill>
                          <a:latin typeface="Nimbus Sans"/>
                          <a:ea typeface="Nimbus Sans"/>
                          <a:cs typeface="Nimbus Sans"/>
                        </a:rPr>
                        <a:t>Dominio de F2</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875" b="0">
                          <a:solidFill>
                            <a:srgbClr val="203341"/>
                          </a:solidFill>
                          <a:latin typeface="Nimbus Sans"/>
                          <a:ea typeface="Nimbus Sans"/>
                          <a:cs typeface="Nimbus Sans"/>
                        </a:rPr>
                        <a:t>4</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875" b="0">
                          <a:solidFill>
                            <a:srgbClr val="203341"/>
                          </a:solidFill>
                          <a:latin typeface="Nimbus Sans"/>
                          <a:ea typeface="Nimbus Sans"/>
                          <a:cs typeface="Nimbus Sans"/>
                        </a:rPr>
                        <a:t>0,8213</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714375">
                <a:tc>
                  <a:txBody>
                    <a:bodyPr/>
                    <a:lstStyle/>
                    <a:p>
                      <a:pPr algn="l"/>
                      <a:r>
                        <a:rPr sz="1875" b="0">
                          <a:solidFill>
                            <a:srgbClr val="203341"/>
                          </a:solidFill>
                          <a:latin typeface="Nimbus Sans"/>
                          <a:ea typeface="Nimbus Sans"/>
                          <a:cs typeface="Nimbus Sans"/>
                        </a:rPr>
                        <a:t>M2</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1875" b="0">
                          <a:solidFill>
                            <a:srgbClr val="203341"/>
                          </a:solidFill>
                          <a:latin typeface="Nimbus Sans"/>
                          <a:ea typeface="Nimbus Sans"/>
                          <a:cs typeface="Nimbus Sans"/>
                        </a:rPr>
                        <a:t>Stepwise bidireccional AIC</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875" b="0">
                          <a:solidFill>
                            <a:srgbClr val="203341"/>
                          </a:solidFill>
                          <a:latin typeface="Nimbus Sans"/>
                          <a:ea typeface="Nimbus Sans"/>
                          <a:cs typeface="Nimbus Sans"/>
                        </a:rPr>
                        <a:t>8</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875" b="0">
                          <a:solidFill>
                            <a:srgbClr val="203341"/>
                          </a:solidFill>
                          <a:latin typeface="Nimbus Sans"/>
                          <a:ea typeface="Nimbus Sans"/>
                          <a:cs typeface="Nimbus Sans"/>
                        </a:rPr>
                        <a:t>0,8604</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r h="714375">
                <a:tc>
                  <a:txBody>
                    <a:bodyPr/>
                    <a:lstStyle/>
                    <a:p>
                      <a:pPr algn="l"/>
                      <a:r>
                        <a:rPr sz="1875" b="0">
                          <a:solidFill>
                            <a:srgbClr val="203341"/>
                          </a:solidFill>
                          <a:latin typeface="Nimbus Sans"/>
                          <a:ea typeface="Nimbus Sans"/>
                          <a:cs typeface="Nimbus Sans"/>
                        </a:rPr>
                        <a:t>M3</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875" b="0">
                          <a:solidFill>
                            <a:srgbClr val="203341"/>
                          </a:solidFill>
                          <a:latin typeface="Nimbus Sans"/>
                          <a:ea typeface="Nimbus Sans"/>
                          <a:cs typeface="Nimbus Sans"/>
                        </a:rPr>
                        <a:t>BIC: 14 subconjuntos reducidos</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875" b="0">
                          <a:solidFill>
                            <a:srgbClr val="203341"/>
                          </a:solidFill>
                          <a:latin typeface="Nimbus Sans"/>
                          <a:ea typeface="Nimbus Sans"/>
                          <a:cs typeface="Nimbus Sans"/>
                        </a:rPr>
                        <a:t>3</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875" b="0">
                          <a:solidFill>
                            <a:srgbClr val="203341"/>
                          </a:solidFill>
                          <a:latin typeface="Nimbus Sans"/>
                          <a:ea typeface="Nimbus Sans"/>
                          <a:cs typeface="Nimbus Sans"/>
                        </a:rPr>
                        <a:t>0,8180</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440AE17-6D4E-4331-A3FE-F5CA98A26264}"/>
              </a:ext>
            </a:extLst>
          </p:cNvPr>
          <p:cNvSpPr>
            <a:spLocks xmlns:a="http://schemas.openxmlformats.org/drawingml/2006/main" noGrp="1"/>
          </p:cNvSpPr>
          <p:nvPr/>
        </p:nvSpPr>
        <p:spPr>
          <a:xfrm xmlns:a="http://schemas.openxmlformats.org/drawingml/2006/main">
            <a:off x="571500" y="500062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38397"/>
                </a:solidFill>
                <a:latin typeface="Nimbus Sans"/>
                <a:ea typeface="Nimbus Sans"/>
                <a:cs typeface="Nimbus Sans"/>
              </a:defRPr>
            </a:defPPr>
            <a:lvl1pPr algn="l">
              <a:defRPr sz="2100" b="1">
                <a:solidFill>
                  <a:srgbClr val="138397"/>
                </a:solidFill>
                <a:latin typeface="Nimbus Sans"/>
                <a:ea typeface="Nimbus Sans"/>
                <a:cs typeface="Nimbus Sans"/>
              </a:defRPr>
            </a:lvl1pPr>
            <a:lvl2pPr algn="l">
              <a:defRPr sz="2100" b="1">
                <a:solidFill>
                  <a:srgbClr val="138397"/>
                </a:solidFill>
                <a:latin typeface="Nimbus Sans"/>
                <a:ea typeface="Nimbus Sans"/>
                <a:cs typeface="Nimbus Sans"/>
              </a:defRPr>
            </a:lvl2pPr>
            <a:lvl3pPr algn="l">
              <a:defRPr sz="2100" b="1">
                <a:solidFill>
                  <a:srgbClr val="138397"/>
                </a:solidFill>
                <a:latin typeface="Nimbus Sans"/>
                <a:ea typeface="Nimbus Sans"/>
                <a:cs typeface="Nimbus Sans"/>
              </a:defRPr>
            </a:lvl3pPr>
            <a:lvl4pPr algn="l">
              <a:defRPr sz="2100" b="1">
                <a:solidFill>
                  <a:srgbClr val="138397"/>
                </a:solidFill>
                <a:latin typeface="Nimbus Sans"/>
                <a:ea typeface="Nimbus Sans"/>
                <a:cs typeface="Nimbus Sans"/>
              </a:defRPr>
            </a:lvl4pPr>
            <a:lvl5pPr algn="l">
              <a:defRPr sz="2100" b="1">
                <a:solidFill>
                  <a:srgbClr val="138397"/>
                </a:solidFill>
                <a:latin typeface="Nimbus Sans"/>
                <a:ea typeface="Nimbus Sans"/>
                <a:cs typeface="Nimbus Sans"/>
              </a:defRPr>
            </a:lvl5pPr>
            <a:lvl6pPr algn="l">
              <a:defRPr sz="2100" b="1">
                <a:solidFill>
                  <a:srgbClr val="138397"/>
                </a:solidFill>
                <a:latin typeface="Nimbus Sans"/>
                <a:ea typeface="Nimbus Sans"/>
                <a:cs typeface="Nimbus Sans"/>
              </a:defRPr>
            </a:lvl6pPr>
            <a:lvl7pPr algn="l">
              <a:defRPr sz="2100" b="1">
                <a:solidFill>
                  <a:srgbClr val="138397"/>
                </a:solidFill>
                <a:latin typeface="Nimbus Sans"/>
                <a:ea typeface="Nimbus Sans"/>
                <a:cs typeface="Nimbus Sans"/>
              </a:defRPr>
            </a:lvl7pPr>
            <a:lvl8pPr algn="l">
              <a:defRPr sz="2100" b="1">
                <a:solidFill>
                  <a:srgbClr val="138397"/>
                </a:solidFill>
                <a:latin typeface="Nimbus Sans"/>
                <a:ea typeface="Nimbus Sans"/>
                <a:cs typeface="Nimbus Sans"/>
              </a:defRPr>
            </a:lvl8pPr>
            <a:lvl9pPr algn="l">
              <a:defRPr sz="2100" b="1">
                <a:solidFill>
                  <a:srgbClr val="138397"/>
                </a:solidFill>
                <a:latin typeface="Nimbus Sans"/>
                <a:ea typeface="Nimbus Sans"/>
                <a:cs typeface="Nimbus Sans"/>
              </a:defRPr>
            </a:lvl9pPr>
          </a:lstStyle>
          <a:p xmlns:a="http://schemas.openxmlformats.org/drawingml/2006/main">
            <a:pPr algn="l">
              <a:defRPr sz="2100" b="1">
                <a:solidFill>
                  <a:srgbClr val="138397"/>
                </a:solidFill>
                <a:latin typeface="Nimbus Sans"/>
                <a:ea typeface="Nimbus Sans"/>
                <a:cs typeface="Nimbus Sans"/>
              </a:defRPr>
            </a:pPr>
            <a:r>
              <a:rPr sz="2100" b="1">
                <a:solidFill>
                  <a:srgbClr val="138397"/>
                </a:solidFill>
                <a:latin typeface="Nimbus Sans"/>
                <a:ea typeface="Nimbus Sans"/>
                <a:cs typeface="Nimbus Sans"/>
              </a:rPr>
              <a:t>5 pliegues: imputación, escala y selección se reajustan en cada entrenamiento interno.</a:t>
            </a:r>
          </a:p>
        </p:txBody>
      </p:sp>
      <p:sp>
        <p:nvSpPr>
          <p:cNvPr id="8" name="">
            <a:extLst xmlns:a="http://schemas.openxmlformats.org/drawingml/2006/main">
              <a:ext uri="{FF2B5EF4-FFF2-40B4-BE49-F238E27FC236}">
                <a16:creationId xmlns:a16="http://schemas.microsoft.com/office/drawing/2014/main" id="{0A8C5A7D-BDF2-4071-9CF8-4A9F5EB1FA3E}"/>
              </a:ext>
            </a:extLst>
          </p:cNvPr>
          <p:cNvSpPr>
            <a:spLocks xmlns:a="http://schemas.openxmlformats.org/drawingml/2006/main" noGrp="1"/>
          </p:cNvSpPr>
          <p:nvPr/>
        </p:nvSpPr>
        <p:spPr>
          <a:xfrm xmlns:a="http://schemas.openxmlformats.org/drawingml/2006/main">
            <a:off x="571500" y="58293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86873"/>
                </a:solidFill>
                <a:latin typeface="Nimbus Sans"/>
                <a:ea typeface="Nimbus Sans"/>
                <a:cs typeface="Nimbus Sans"/>
              </a:defRPr>
            </a:defPPr>
            <a:lvl1pPr algn="l">
              <a:defRPr sz="1725" b="0">
                <a:solidFill>
                  <a:srgbClr val="586873"/>
                </a:solidFill>
                <a:latin typeface="Nimbus Sans"/>
                <a:ea typeface="Nimbus Sans"/>
                <a:cs typeface="Nimbus Sans"/>
              </a:defRPr>
            </a:lvl1pPr>
            <a:lvl2pPr algn="l">
              <a:defRPr sz="1725" b="0">
                <a:solidFill>
                  <a:srgbClr val="586873"/>
                </a:solidFill>
                <a:latin typeface="Nimbus Sans"/>
                <a:ea typeface="Nimbus Sans"/>
                <a:cs typeface="Nimbus Sans"/>
              </a:defRPr>
            </a:lvl2pPr>
            <a:lvl3pPr algn="l">
              <a:defRPr sz="1725" b="0">
                <a:solidFill>
                  <a:srgbClr val="586873"/>
                </a:solidFill>
                <a:latin typeface="Nimbus Sans"/>
                <a:ea typeface="Nimbus Sans"/>
                <a:cs typeface="Nimbus Sans"/>
              </a:defRPr>
            </a:lvl3pPr>
            <a:lvl4pPr algn="l">
              <a:defRPr sz="1725" b="0">
                <a:solidFill>
                  <a:srgbClr val="586873"/>
                </a:solidFill>
                <a:latin typeface="Nimbus Sans"/>
                <a:ea typeface="Nimbus Sans"/>
                <a:cs typeface="Nimbus Sans"/>
              </a:defRPr>
            </a:lvl4pPr>
            <a:lvl5pPr algn="l">
              <a:defRPr sz="1725" b="0">
                <a:solidFill>
                  <a:srgbClr val="586873"/>
                </a:solidFill>
                <a:latin typeface="Nimbus Sans"/>
                <a:ea typeface="Nimbus Sans"/>
                <a:cs typeface="Nimbus Sans"/>
              </a:defRPr>
            </a:lvl5pPr>
            <a:lvl6pPr algn="l">
              <a:defRPr sz="1725" b="0">
                <a:solidFill>
                  <a:srgbClr val="586873"/>
                </a:solidFill>
                <a:latin typeface="Nimbus Sans"/>
                <a:ea typeface="Nimbus Sans"/>
                <a:cs typeface="Nimbus Sans"/>
              </a:defRPr>
            </a:lvl6pPr>
            <a:lvl7pPr algn="l">
              <a:defRPr sz="1725" b="0">
                <a:solidFill>
                  <a:srgbClr val="586873"/>
                </a:solidFill>
                <a:latin typeface="Nimbus Sans"/>
                <a:ea typeface="Nimbus Sans"/>
                <a:cs typeface="Nimbus Sans"/>
              </a:defRPr>
            </a:lvl7pPr>
            <a:lvl8pPr algn="l">
              <a:defRPr sz="1725" b="0">
                <a:solidFill>
                  <a:srgbClr val="586873"/>
                </a:solidFill>
                <a:latin typeface="Nimbus Sans"/>
                <a:ea typeface="Nimbus Sans"/>
                <a:cs typeface="Nimbus Sans"/>
              </a:defRPr>
            </a:lvl8pPr>
            <a:lvl9pPr algn="l">
              <a:defRPr sz="1725" b="0">
                <a:solidFill>
                  <a:srgbClr val="586873"/>
                </a:solidFill>
                <a:latin typeface="Nimbus Sans"/>
                <a:ea typeface="Nimbus Sans"/>
                <a:cs typeface="Nimbus Sans"/>
              </a:defRPr>
            </a:lvl9pPr>
          </a:lstStyle>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Modelo y umbral congelados antes de evaluar prueba. BIC reducido no es una búsqueda global.</a:t>
            </a:r>
          </a:p>
        </p:txBody>
      </p:sp>
    </p:spTree>
    <p:extLst>
      <p:ext uri="{BB962C8B-B14F-4D97-AF65-F5344CB8AC3E}">
        <p14:creationId xmlns:p14="http://schemas.microsoft.com/office/powerpoint/2010/main" val="3706596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6F1A3F-B75F-4F8F-B9BB-DEBBC8F998BB}"/>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CE406CAF-14C0-457C-9D65-B84906B511F3}"/>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M2 detecta más lluvia, con más falsas alertas</a:t>
            </a:r>
          </a:p>
        </p:txBody>
      </p:sp>
      <p:sp>
        <p:nvSpPr>
          <p:cNvPr id="3" name="">
            <a:extLst xmlns:a="http://schemas.openxmlformats.org/drawingml/2006/main">
              <a:ext uri="{FF2B5EF4-FFF2-40B4-BE49-F238E27FC236}">
                <a16:creationId xmlns:a16="http://schemas.microsoft.com/office/drawing/2014/main" id="{90F2D1AE-A3AE-466A-ACA5-06C89AE60DD2}"/>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4673F5-D279-4740-B2E7-C5D13F43A9DD}"/>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Alan Cañete  ·  05:00–05:50</a:t>
            </a:r>
          </a:p>
        </p:txBody>
      </p:sp>
      <p:sp>
        <p:nvSpPr>
          <p:cNvPr id="5" name="">
            <a:extLst xmlns:a="http://schemas.openxmlformats.org/drawingml/2006/main">
              <a:ext uri="{FF2B5EF4-FFF2-40B4-BE49-F238E27FC236}">
                <a16:creationId xmlns:a16="http://schemas.microsoft.com/office/drawing/2014/main" id="{2165B09F-C194-4E9A-8106-20BD1DC881EB}"/>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07 / 12</a:t>
            </a:r>
          </a:p>
        </p:txBody>
      </p:sp>
      <p:graphicFrame>
        <p:nvGraphicFramePr>
          <p:cNvPr id="6" name="Chart">
            <a:extLst xmlns:a="http://schemas.openxmlformats.org/drawingml/2006/main">
              <a:ext uri="{FF2B5EF4-FFF2-40B4-BE49-F238E27FC236}">
                <a16:creationId xmlns:a16="http://schemas.microsoft.com/office/drawing/2014/main" id="{65E12AE9-4EB1-433E-B33F-84C48EC19CEA}"/>
              </a:ext>
            </a:extLst>
          </p:cNvPr>
          <p:cNvGraphicFramePr/>
          <p:nvPr/>
        </p:nvGraphicFramePr>
        <p:xfrm>
          <a:off xmlns:a="http://schemas.openxmlformats.org/drawingml/2006/main" x="476250"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f1f01c1e1abc4b0d"/>
          </a:graphicData>
        </a:graphic>
      </p:graphicFrame>
      <p:sp>
        <p:nvSpPr>
          <p:cNvPr id="7" name="">
            <a:extLst xmlns:a="http://schemas.openxmlformats.org/drawingml/2006/main">
              <a:ext uri="{FF2B5EF4-FFF2-40B4-BE49-F238E27FC236}">
                <a16:creationId xmlns:a16="http://schemas.microsoft.com/office/drawing/2014/main" id="{9F1F2633-B29A-4F9A-A059-C416C1358D88}"/>
              </a:ext>
            </a:extLst>
          </p:cNvPr>
          <p:cNvSpPr>
            <a:spLocks xmlns:a="http://schemas.openxmlformats.org/drawingml/2006/main" noGrp="1"/>
          </p:cNvSpPr>
          <p:nvPr/>
        </p:nvSpPr>
        <p:spPr>
          <a:xfrm xmlns:a="http://schemas.openxmlformats.org/drawingml/2006/main">
            <a:off x="8048625" y="1857375"/>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73B59"/>
                </a:solidFill>
                <a:latin typeface="Nimbus Sans"/>
                <a:ea typeface="Nimbus Sans"/>
                <a:cs typeface="Nimbus Sans"/>
              </a:defRPr>
            </a:defPPr>
            <a:lvl1pPr algn="l">
              <a:defRPr sz="2175" b="1">
                <a:solidFill>
                  <a:srgbClr val="173B59"/>
                </a:solidFill>
                <a:latin typeface="Nimbus Sans"/>
                <a:ea typeface="Nimbus Sans"/>
                <a:cs typeface="Nimbus Sans"/>
              </a:defRPr>
            </a:lvl1pPr>
            <a:lvl2pPr algn="l">
              <a:defRPr sz="2175" b="1">
                <a:solidFill>
                  <a:srgbClr val="173B59"/>
                </a:solidFill>
                <a:latin typeface="Nimbus Sans"/>
                <a:ea typeface="Nimbus Sans"/>
                <a:cs typeface="Nimbus Sans"/>
              </a:defRPr>
            </a:lvl2pPr>
            <a:lvl3pPr algn="l">
              <a:defRPr sz="2175" b="1">
                <a:solidFill>
                  <a:srgbClr val="173B59"/>
                </a:solidFill>
                <a:latin typeface="Nimbus Sans"/>
                <a:ea typeface="Nimbus Sans"/>
                <a:cs typeface="Nimbus Sans"/>
              </a:defRPr>
            </a:lvl3pPr>
            <a:lvl4pPr algn="l">
              <a:defRPr sz="2175" b="1">
                <a:solidFill>
                  <a:srgbClr val="173B59"/>
                </a:solidFill>
                <a:latin typeface="Nimbus Sans"/>
                <a:ea typeface="Nimbus Sans"/>
                <a:cs typeface="Nimbus Sans"/>
              </a:defRPr>
            </a:lvl4pPr>
            <a:lvl5pPr algn="l">
              <a:defRPr sz="2175" b="1">
                <a:solidFill>
                  <a:srgbClr val="173B59"/>
                </a:solidFill>
                <a:latin typeface="Nimbus Sans"/>
                <a:ea typeface="Nimbus Sans"/>
                <a:cs typeface="Nimbus Sans"/>
              </a:defRPr>
            </a:lvl5pPr>
            <a:lvl6pPr algn="l">
              <a:defRPr sz="2175" b="1">
                <a:solidFill>
                  <a:srgbClr val="173B59"/>
                </a:solidFill>
                <a:latin typeface="Nimbus Sans"/>
                <a:ea typeface="Nimbus Sans"/>
                <a:cs typeface="Nimbus Sans"/>
              </a:defRPr>
            </a:lvl6pPr>
            <a:lvl7pPr algn="l">
              <a:defRPr sz="2175" b="1">
                <a:solidFill>
                  <a:srgbClr val="173B59"/>
                </a:solidFill>
                <a:latin typeface="Nimbus Sans"/>
                <a:ea typeface="Nimbus Sans"/>
                <a:cs typeface="Nimbus Sans"/>
              </a:defRPr>
            </a:lvl7pPr>
            <a:lvl8pPr algn="l">
              <a:defRPr sz="2175" b="1">
                <a:solidFill>
                  <a:srgbClr val="173B59"/>
                </a:solidFill>
                <a:latin typeface="Nimbus Sans"/>
                <a:ea typeface="Nimbus Sans"/>
                <a:cs typeface="Nimbus Sans"/>
              </a:defRPr>
            </a:lvl8pPr>
            <a:lvl9pPr algn="l">
              <a:defRPr sz="2175" b="1">
                <a:solidFill>
                  <a:srgbClr val="173B59"/>
                </a:solidFill>
                <a:latin typeface="Nimbus Sans"/>
                <a:ea typeface="Nimbus Sans"/>
                <a:cs typeface="Nimbus Sans"/>
              </a:defRPr>
            </a:lvl9pPr>
          </a:lstStyle>
          <a:p xmlns:a="http://schemas.openxmlformats.org/drawingml/2006/main">
            <a:pPr algn="l">
              <a:defRPr sz="2175" b="1">
                <a:solidFill>
                  <a:srgbClr val="173B59"/>
                </a:solidFill>
                <a:latin typeface="Nimbus Sans"/>
                <a:ea typeface="Nimbus Sans"/>
                <a:cs typeface="Nimbus Sans"/>
              </a:defRPr>
            </a:pPr>
            <a:r>
              <a:rPr sz="2175" b="1">
                <a:solidFill>
                  <a:srgbClr val="173B59"/>
                </a:solidFill>
                <a:latin typeface="Nimbus Sans"/>
                <a:ea typeface="Nimbus Sans"/>
                <a:cs typeface="Nimbus Sans"/>
              </a:rPr>
              <a:t>M2  ·  AUC 0,8619</a:t>
            </a:r>
          </a:p>
        </p:txBody>
      </p:sp>
      <p:sp>
        <p:nvSpPr>
          <p:cNvPr id="8" name="">
            <a:extLst xmlns:a="http://schemas.openxmlformats.org/drawingml/2006/main">
              <a:ext uri="{FF2B5EF4-FFF2-40B4-BE49-F238E27FC236}">
                <a16:creationId xmlns:a16="http://schemas.microsoft.com/office/drawing/2014/main" id="{46D96F50-0E9E-4782-8659-956C730242CD}"/>
              </a:ext>
            </a:extLst>
          </p:cNvPr>
          <p:cNvSpPr>
            <a:spLocks xmlns:a="http://schemas.openxmlformats.org/drawingml/2006/main" noGrp="1"/>
          </p:cNvSpPr>
          <p:nvPr/>
        </p:nvSpPr>
        <p:spPr>
          <a:xfrm xmlns:a="http://schemas.openxmlformats.org/drawingml/2006/main">
            <a:off x="8048625" y="2571750"/>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38397"/>
                </a:solidFill>
                <a:latin typeface="Nimbus Sans"/>
                <a:ea typeface="Nimbus Sans"/>
                <a:cs typeface="Nimbus Sans"/>
              </a:defRPr>
            </a:defPPr>
            <a:lvl1pPr algn="l">
              <a:defRPr sz="2550" b="1">
                <a:solidFill>
                  <a:srgbClr val="138397"/>
                </a:solidFill>
                <a:latin typeface="Nimbus Sans"/>
                <a:ea typeface="Nimbus Sans"/>
                <a:cs typeface="Nimbus Sans"/>
              </a:defRPr>
            </a:lvl1pPr>
            <a:lvl2pPr algn="l">
              <a:defRPr sz="2550" b="1">
                <a:solidFill>
                  <a:srgbClr val="138397"/>
                </a:solidFill>
                <a:latin typeface="Nimbus Sans"/>
                <a:ea typeface="Nimbus Sans"/>
                <a:cs typeface="Nimbus Sans"/>
              </a:defRPr>
            </a:lvl2pPr>
            <a:lvl3pPr algn="l">
              <a:defRPr sz="2550" b="1">
                <a:solidFill>
                  <a:srgbClr val="138397"/>
                </a:solidFill>
                <a:latin typeface="Nimbus Sans"/>
                <a:ea typeface="Nimbus Sans"/>
                <a:cs typeface="Nimbus Sans"/>
              </a:defRPr>
            </a:lvl3pPr>
            <a:lvl4pPr algn="l">
              <a:defRPr sz="2550" b="1">
                <a:solidFill>
                  <a:srgbClr val="138397"/>
                </a:solidFill>
                <a:latin typeface="Nimbus Sans"/>
                <a:ea typeface="Nimbus Sans"/>
                <a:cs typeface="Nimbus Sans"/>
              </a:defRPr>
            </a:lvl4pPr>
            <a:lvl5pPr algn="l">
              <a:defRPr sz="2550" b="1">
                <a:solidFill>
                  <a:srgbClr val="138397"/>
                </a:solidFill>
                <a:latin typeface="Nimbus Sans"/>
                <a:ea typeface="Nimbus Sans"/>
                <a:cs typeface="Nimbus Sans"/>
              </a:defRPr>
            </a:lvl5pPr>
            <a:lvl6pPr algn="l">
              <a:defRPr sz="2550" b="1">
                <a:solidFill>
                  <a:srgbClr val="138397"/>
                </a:solidFill>
                <a:latin typeface="Nimbus Sans"/>
                <a:ea typeface="Nimbus Sans"/>
                <a:cs typeface="Nimbus Sans"/>
              </a:defRPr>
            </a:lvl6pPr>
            <a:lvl7pPr algn="l">
              <a:defRPr sz="2550" b="1">
                <a:solidFill>
                  <a:srgbClr val="138397"/>
                </a:solidFill>
                <a:latin typeface="Nimbus Sans"/>
                <a:ea typeface="Nimbus Sans"/>
                <a:cs typeface="Nimbus Sans"/>
              </a:defRPr>
            </a:lvl7pPr>
            <a:lvl8pPr algn="l">
              <a:defRPr sz="2550" b="1">
                <a:solidFill>
                  <a:srgbClr val="138397"/>
                </a:solidFill>
                <a:latin typeface="Nimbus Sans"/>
                <a:ea typeface="Nimbus Sans"/>
                <a:cs typeface="Nimbus Sans"/>
              </a:defRPr>
            </a:lvl8pPr>
            <a:lvl9pPr algn="l">
              <a:defRPr sz="2550" b="1">
                <a:solidFill>
                  <a:srgbClr val="138397"/>
                </a:solidFill>
                <a:latin typeface="Nimbus Sans"/>
                <a:ea typeface="Nimbus Sans"/>
                <a:cs typeface="Nimbus Sans"/>
              </a:defRPr>
            </a:lvl9pPr>
          </a:lstStyle>
          <a:p xmlns:a="http://schemas.openxmlformats.org/drawingml/2006/main">
            <a:pPr algn="l">
              <a:defRPr sz="2550" b="1">
                <a:solidFill>
                  <a:srgbClr val="138397"/>
                </a:solidFill>
                <a:latin typeface="Nimbus Sans"/>
                <a:ea typeface="Nimbus Sans"/>
                <a:cs typeface="Nimbus Sans"/>
              </a:defRPr>
            </a:pPr>
            <a:r>
              <a:rPr sz="2550" b="1">
                <a:solidFill>
                  <a:srgbClr val="138397"/>
                </a:solidFill>
                <a:latin typeface="Nimbus Sans"/>
                <a:ea typeface="Nimbus Sans"/>
                <a:cs typeface="Nimbus Sans"/>
              </a:rPr>
              <a:t>Recall 68,26 %</a:t>
            </a:r>
          </a:p>
        </p:txBody>
      </p:sp>
      <p:sp>
        <p:nvSpPr>
          <p:cNvPr id="9" name="">
            <a:extLst xmlns:a="http://schemas.openxmlformats.org/drawingml/2006/main">
              <a:ext uri="{FF2B5EF4-FFF2-40B4-BE49-F238E27FC236}">
                <a16:creationId xmlns:a16="http://schemas.microsoft.com/office/drawing/2014/main" id="{CA4E8C75-710D-4861-8EA7-4A972A42F0F3}"/>
              </a:ext>
            </a:extLst>
          </p:cNvPr>
          <p:cNvSpPr>
            <a:spLocks xmlns:a="http://schemas.openxmlformats.org/drawingml/2006/main" noGrp="1"/>
          </p:cNvSpPr>
          <p:nvPr/>
        </p:nvSpPr>
        <p:spPr>
          <a:xfrm xmlns:a="http://schemas.openxmlformats.org/drawingml/2006/main">
            <a:off x="8048625" y="340042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0">
                <a:solidFill>
                  <a:srgbClr val="203341"/>
                </a:solidFill>
                <a:latin typeface="Nimbus Sans"/>
                <a:ea typeface="Nimbus Sans"/>
                <a:cs typeface="Nimbus Sans"/>
              </a:defRPr>
            </a:defPPr>
            <a:lvl1pPr algn="l">
              <a:defRPr sz="2175" b="0">
                <a:solidFill>
                  <a:srgbClr val="203341"/>
                </a:solidFill>
                <a:latin typeface="Nimbus Sans"/>
                <a:ea typeface="Nimbus Sans"/>
                <a:cs typeface="Nimbus Sans"/>
              </a:defRPr>
            </a:lvl1pPr>
            <a:lvl2pPr algn="l">
              <a:defRPr sz="2175" b="0">
                <a:solidFill>
                  <a:srgbClr val="203341"/>
                </a:solidFill>
                <a:latin typeface="Nimbus Sans"/>
                <a:ea typeface="Nimbus Sans"/>
                <a:cs typeface="Nimbus Sans"/>
              </a:defRPr>
            </a:lvl2pPr>
            <a:lvl3pPr algn="l">
              <a:defRPr sz="2175" b="0">
                <a:solidFill>
                  <a:srgbClr val="203341"/>
                </a:solidFill>
                <a:latin typeface="Nimbus Sans"/>
                <a:ea typeface="Nimbus Sans"/>
                <a:cs typeface="Nimbus Sans"/>
              </a:defRPr>
            </a:lvl3pPr>
            <a:lvl4pPr algn="l">
              <a:defRPr sz="2175" b="0">
                <a:solidFill>
                  <a:srgbClr val="203341"/>
                </a:solidFill>
                <a:latin typeface="Nimbus Sans"/>
                <a:ea typeface="Nimbus Sans"/>
                <a:cs typeface="Nimbus Sans"/>
              </a:defRPr>
            </a:lvl4pPr>
            <a:lvl5pPr algn="l">
              <a:defRPr sz="2175" b="0">
                <a:solidFill>
                  <a:srgbClr val="203341"/>
                </a:solidFill>
                <a:latin typeface="Nimbus Sans"/>
                <a:ea typeface="Nimbus Sans"/>
                <a:cs typeface="Nimbus Sans"/>
              </a:defRPr>
            </a:lvl5pPr>
            <a:lvl6pPr algn="l">
              <a:defRPr sz="2175" b="0">
                <a:solidFill>
                  <a:srgbClr val="203341"/>
                </a:solidFill>
                <a:latin typeface="Nimbus Sans"/>
                <a:ea typeface="Nimbus Sans"/>
                <a:cs typeface="Nimbus Sans"/>
              </a:defRPr>
            </a:lvl6pPr>
            <a:lvl7pPr algn="l">
              <a:defRPr sz="2175" b="0">
                <a:solidFill>
                  <a:srgbClr val="203341"/>
                </a:solidFill>
                <a:latin typeface="Nimbus Sans"/>
                <a:ea typeface="Nimbus Sans"/>
                <a:cs typeface="Nimbus Sans"/>
              </a:defRPr>
            </a:lvl7pPr>
            <a:lvl8pPr algn="l">
              <a:defRPr sz="2175" b="0">
                <a:solidFill>
                  <a:srgbClr val="203341"/>
                </a:solidFill>
                <a:latin typeface="Nimbus Sans"/>
                <a:ea typeface="Nimbus Sans"/>
                <a:cs typeface="Nimbus Sans"/>
              </a:defRPr>
            </a:lvl8pPr>
            <a:lvl9pPr algn="l">
              <a:defRPr sz="2175" b="0">
                <a:solidFill>
                  <a:srgbClr val="203341"/>
                </a:solidFill>
                <a:latin typeface="Nimbus Sans"/>
                <a:ea typeface="Nimbus Sans"/>
                <a:cs typeface="Nimbus Sans"/>
              </a:defRPr>
            </a:lvl9pPr>
          </a:lstStyle>
          <a:p xmlns:a="http://schemas.openxmlformats.org/drawingml/2006/main">
            <a:pPr algn="l">
              <a:defRPr sz="2175" b="0">
                <a:solidFill>
                  <a:srgbClr val="203341"/>
                </a:solidFill>
                <a:latin typeface="Nimbus Sans"/>
                <a:ea typeface="Nimbus Sans"/>
                <a:cs typeface="Nimbus Sans"/>
              </a:defRPr>
            </a:pPr>
            <a:r>
              <a:rPr sz="2175" b="0">
                <a:solidFill>
                  <a:srgbClr val="203341"/>
                </a:solidFill>
                <a:latin typeface="Nimbus Sans"/>
                <a:ea typeface="Nimbus Sans"/>
                <a:cs typeface="Nimbus Sans"/>
              </a:rPr>
              <a:t>3.035 omisiones</a:t>
            </a:r>
          </a:p>
          <a:p xmlns:a="http://schemas.openxmlformats.org/drawingml/2006/main">
            <a:pPr algn="l">
              <a:defRPr sz="2175" b="0">
                <a:solidFill>
                  <a:srgbClr val="203341"/>
                </a:solidFill>
                <a:latin typeface="Nimbus Sans"/>
                <a:ea typeface="Nimbus Sans"/>
                <a:cs typeface="Nimbus Sans"/>
              </a:defRPr>
            </a:pPr>
            <a:r>
              <a:rPr sz="2175" b="0">
                <a:solidFill>
                  <a:srgbClr val="203341"/>
                </a:solidFill>
                <a:latin typeface="Nimbus Sans"/>
                <a:ea typeface="Nimbus Sans"/>
                <a:cs typeface="Nimbus Sans"/>
              </a:rPr>
              <a:t>4.732 falsas alertas</a:t>
            </a:r>
          </a:p>
        </p:txBody>
      </p:sp>
      <p:sp>
        <p:nvSpPr>
          <p:cNvPr id="10" name="">
            <a:extLst xmlns:a="http://schemas.openxmlformats.org/drawingml/2006/main">
              <a:ext uri="{FF2B5EF4-FFF2-40B4-BE49-F238E27FC236}">
                <a16:creationId xmlns:a16="http://schemas.microsoft.com/office/drawing/2014/main" id="{8392FF60-C24C-48C5-989E-7B62FC0C8741}"/>
              </a:ext>
            </a:extLst>
          </p:cNvPr>
          <p:cNvSpPr>
            <a:spLocks xmlns:a="http://schemas.openxmlformats.org/drawingml/2006/main" noGrp="1"/>
          </p:cNvSpPr>
          <p:nvPr/>
        </p:nvSpPr>
        <p:spPr>
          <a:xfrm xmlns:a="http://schemas.openxmlformats.org/drawingml/2006/main">
            <a:off x="8048625" y="482917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0">
                <a:solidFill>
                  <a:srgbClr val="203341"/>
                </a:solidFill>
                <a:latin typeface="Nimbus Sans"/>
                <a:ea typeface="Nimbus Sans"/>
                <a:cs typeface="Nimbus Sans"/>
              </a:defRPr>
            </a:defPPr>
            <a:lvl1pPr algn="l">
              <a:defRPr sz="2025" b="0">
                <a:solidFill>
                  <a:srgbClr val="203341"/>
                </a:solidFill>
                <a:latin typeface="Nimbus Sans"/>
                <a:ea typeface="Nimbus Sans"/>
                <a:cs typeface="Nimbus Sans"/>
              </a:defRPr>
            </a:lvl1pPr>
            <a:lvl2pPr algn="l">
              <a:defRPr sz="2025" b="0">
                <a:solidFill>
                  <a:srgbClr val="203341"/>
                </a:solidFill>
                <a:latin typeface="Nimbus Sans"/>
                <a:ea typeface="Nimbus Sans"/>
                <a:cs typeface="Nimbus Sans"/>
              </a:defRPr>
            </a:lvl2pPr>
            <a:lvl3pPr algn="l">
              <a:defRPr sz="2025" b="0">
                <a:solidFill>
                  <a:srgbClr val="203341"/>
                </a:solidFill>
                <a:latin typeface="Nimbus Sans"/>
                <a:ea typeface="Nimbus Sans"/>
                <a:cs typeface="Nimbus Sans"/>
              </a:defRPr>
            </a:lvl3pPr>
            <a:lvl4pPr algn="l">
              <a:defRPr sz="2025" b="0">
                <a:solidFill>
                  <a:srgbClr val="203341"/>
                </a:solidFill>
                <a:latin typeface="Nimbus Sans"/>
                <a:ea typeface="Nimbus Sans"/>
                <a:cs typeface="Nimbus Sans"/>
              </a:defRPr>
            </a:lvl4pPr>
            <a:lvl5pPr algn="l">
              <a:defRPr sz="2025" b="0">
                <a:solidFill>
                  <a:srgbClr val="203341"/>
                </a:solidFill>
                <a:latin typeface="Nimbus Sans"/>
                <a:ea typeface="Nimbus Sans"/>
                <a:cs typeface="Nimbus Sans"/>
              </a:defRPr>
            </a:lvl5pPr>
            <a:lvl6pPr algn="l">
              <a:defRPr sz="2025" b="0">
                <a:solidFill>
                  <a:srgbClr val="203341"/>
                </a:solidFill>
                <a:latin typeface="Nimbus Sans"/>
                <a:ea typeface="Nimbus Sans"/>
                <a:cs typeface="Nimbus Sans"/>
              </a:defRPr>
            </a:lvl6pPr>
            <a:lvl7pPr algn="l">
              <a:defRPr sz="2025" b="0">
                <a:solidFill>
                  <a:srgbClr val="203341"/>
                </a:solidFill>
                <a:latin typeface="Nimbus Sans"/>
                <a:ea typeface="Nimbus Sans"/>
                <a:cs typeface="Nimbus Sans"/>
              </a:defRPr>
            </a:lvl7pPr>
            <a:lvl8pPr algn="l">
              <a:defRPr sz="2025" b="0">
                <a:solidFill>
                  <a:srgbClr val="203341"/>
                </a:solidFill>
                <a:latin typeface="Nimbus Sans"/>
                <a:ea typeface="Nimbus Sans"/>
                <a:cs typeface="Nimbus Sans"/>
              </a:defRPr>
            </a:lvl8pPr>
            <a:lvl9pPr algn="l">
              <a:defRPr sz="2025" b="0">
                <a:solidFill>
                  <a:srgbClr val="203341"/>
                </a:solidFill>
                <a:latin typeface="Nimbus Sans"/>
                <a:ea typeface="Nimbus Sans"/>
                <a:cs typeface="Nimbus Sans"/>
              </a:defRPr>
            </a:lvl9pPr>
          </a:lstStyle>
          <a:p xmlns:a="http://schemas.openxmlformats.org/drawingml/2006/main">
            <a:pPr algn="l">
              <a:defRPr sz="2025" b="0">
                <a:solidFill>
                  <a:srgbClr val="203341"/>
                </a:solidFill>
                <a:latin typeface="Nimbus Sans"/>
                <a:ea typeface="Nimbus Sans"/>
                <a:cs typeface="Nimbus Sans"/>
              </a:defRPr>
            </a:pPr>
            <a:r>
              <a:rPr sz="2025" b="0">
                <a:solidFill>
                  <a:srgbClr val="203341"/>
                </a:solidFill>
                <a:latin typeface="Nimbus Sans"/>
                <a:ea typeface="Nimbus Sans"/>
                <a:cs typeface="Nimbus Sans"/>
              </a:rPr>
              <a:t>Accuracy 81,79 %</a:t>
            </a:r>
          </a:p>
        </p:txBody>
      </p:sp>
      <p:sp>
        <p:nvSpPr>
          <p:cNvPr id="11" name="">
            <a:extLst xmlns:a="http://schemas.openxmlformats.org/drawingml/2006/main">
              <a:ext uri="{FF2B5EF4-FFF2-40B4-BE49-F238E27FC236}">
                <a16:creationId xmlns:a16="http://schemas.microsoft.com/office/drawing/2014/main" id="{CCD60A69-3539-42D1-8353-1A29A0B9288F}"/>
              </a:ext>
            </a:extLst>
          </p:cNvPr>
          <p:cNvSpPr>
            <a:spLocks xmlns:a="http://schemas.openxmlformats.org/drawingml/2006/main" noGrp="1"/>
          </p:cNvSpPr>
          <p:nvPr/>
        </p:nvSpPr>
        <p:spPr>
          <a:xfrm xmlns:a="http://schemas.openxmlformats.org/drawingml/2006/main">
            <a:off x="571500" y="59055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86873"/>
                </a:solidFill>
                <a:latin typeface="Nimbus Sans"/>
                <a:ea typeface="Nimbus Sans"/>
                <a:cs typeface="Nimbus Sans"/>
              </a:defRPr>
            </a:defPPr>
            <a:lvl1pPr algn="l">
              <a:defRPr sz="1725" b="0">
                <a:solidFill>
                  <a:srgbClr val="586873"/>
                </a:solidFill>
                <a:latin typeface="Nimbus Sans"/>
                <a:ea typeface="Nimbus Sans"/>
                <a:cs typeface="Nimbus Sans"/>
              </a:defRPr>
            </a:lvl1pPr>
            <a:lvl2pPr algn="l">
              <a:defRPr sz="1725" b="0">
                <a:solidFill>
                  <a:srgbClr val="586873"/>
                </a:solidFill>
                <a:latin typeface="Nimbus Sans"/>
                <a:ea typeface="Nimbus Sans"/>
                <a:cs typeface="Nimbus Sans"/>
              </a:defRPr>
            </a:lvl2pPr>
            <a:lvl3pPr algn="l">
              <a:defRPr sz="1725" b="0">
                <a:solidFill>
                  <a:srgbClr val="586873"/>
                </a:solidFill>
                <a:latin typeface="Nimbus Sans"/>
                <a:ea typeface="Nimbus Sans"/>
                <a:cs typeface="Nimbus Sans"/>
              </a:defRPr>
            </a:lvl3pPr>
            <a:lvl4pPr algn="l">
              <a:defRPr sz="1725" b="0">
                <a:solidFill>
                  <a:srgbClr val="586873"/>
                </a:solidFill>
                <a:latin typeface="Nimbus Sans"/>
                <a:ea typeface="Nimbus Sans"/>
                <a:cs typeface="Nimbus Sans"/>
              </a:defRPr>
            </a:lvl4pPr>
            <a:lvl5pPr algn="l">
              <a:defRPr sz="1725" b="0">
                <a:solidFill>
                  <a:srgbClr val="586873"/>
                </a:solidFill>
                <a:latin typeface="Nimbus Sans"/>
                <a:ea typeface="Nimbus Sans"/>
                <a:cs typeface="Nimbus Sans"/>
              </a:defRPr>
            </a:lvl5pPr>
            <a:lvl6pPr algn="l">
              <a:defRPr sz="1725" b="0">
                <a:solidFill>
                  <a:srgbClr val="586873"/>
                </a:solidFill>
                <a:latin typeface="Nimbus Sans"/>
                <a:ea typeface="Nimbus Sans"/>
                <a:cs typeface="Nimbus Sans"/>
              </a:defRPr>
            </a:lvl6pPr>
            <a:lvl7pPr algn="l">
              <a:defRPr sz="1725" b="0">
                <a:solidFill>
                  <a:srgbClr val="586873"/>
                </a:solidFill>
                <a:latin typeface="Nimbus Sans"/>
                <a:ea typeface="Nimbus Sans"/>
                <a:cs typeface="Nimbus Sans"/>
              </a:defRPr>
            </a:lvl7pPr>
            <a:lvl8pPr algn="l">
              <a:defRPr sz="1725" b="0">
                <a:solidFill>
                  <a:srgbClr val="586873"/>
                </a:solidFill>
                <a:latin typeface="Nimbus Sans"/>
                <a:ea typeface="Nimbus Sans"/>
                <a:cs typeface="Nimbus Sans"/>
              </a:defRPr>
            </a:lvl8pPr>
            <a:lvl9pPr algn="l">
              <a:defRPr sz="1725" b="0">
                <a:solidFill>
                  <a:srgbClr val="586873"/>
                </a:solidFill>
                <a:latin typeface="Nimbus Sans"/>
                <a:ea typeface="Nimbus Sans"/>
                <a:cs typeface="Nimbus Sans"/>
              </a:defRPr>
            </a:lvl9pPr>
          </a:lstStyle>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Frente a F2: recall +28,44 pp; accuracy −1,09 pp. No se atribuye el cambio a un solo ajuste.</a:t>
            </a:r>
          </a:p>
        </p:txBody>
      </p:sp>
    </p:spTree>
    <p:extLst>
      <p:ext uri="{BB962C8B-B14F-4D97-AF65-F5344CB8AC3E}">
        <p14:creationId xmlns:p14="http://schemas.microsoft.com/office/powerpoint/2010/main" val="911182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5215A2-E9DB-43E1-9BD6-95A98EB731E4}"/>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0AFE2C1F-BCAE-4447-95FC-05F3C4A76786}"/>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Discriminación favorable; calibración pendiente</a:t>
            </a:r>
          </a:p>
        </p:txBody>
      </p:sp>
      <p:sp>
        <p:nvSpPr>
          <p:cNvPr id="3" name="">
            <a:extLst xmlns:a="http://schemas.openxmlformats.org/drawingml/2006/main">
              <a:ext uri="{FF2B5EF4-FFF2-40B4-BE49-F238E27FC236}">
                <a16:creationId xmlns:a16="http://schemas.microsoft.com/office/drawing/2014/main" id="{12A1700F-DFF8-420A-BE77-BF0272FDC3E8}"/>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091CA7-34BD-4506-AF00-AFCB33681431}"/>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Alan Cañete  ·  05:50–06:40</a:t>
            </a:r>
          </a:p>
        </p:txBody>
      </p:sp>
      <p:sp>
        <p:nvSpPr>
          <p:cNvPr id="5" name="">
            <a:extLst xmlns:a="http://schemas.openxmlformats.org/drawingml/2006/main">
              <a:ext uri="{FF2B5EF4-FFF2-40B4-BE49-F238E27FC236}">
                <a16:creationId xmlns:a16="http://schemas.microsoft.com/office/drawing/2014/main" id="{61C6E220-2CCE-4F2D-8D00-26E081B1FE99}"/>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08 / 12</a:t>
            </a:r>
          </a:p>
        </p:txBody>
      </p:sp>
      <p:graphicFrame>
        <p:nvGraphicFramePr>
          <p:cNvPr id="6" name="Chart">
            <a:extLst xmlns:a="http://schemas.openxmlformats.org/drawingml/2006/main">
              <a:ext uri="{FF2B5EF4-FFF2-40B4-BE49-F238E27FC236}">
                <a16:creationId xmlns:a16="http://schemas.microsoft.com/office/drawing/2014/main" id="{60A053E1-C527-4A97-AD63-C8FA3154956E}"/>
              </a:ext>
            </a:extLst>
          </p:cNvPr>
          <p:cNvGraphicFramePr/>
          <p:nvPr/>
        </p:nvGraphicFramePr>
        <p:xfrm>
          <a:off xmlns:a="http://schemas.openxmlformats.org/drawingml/2006/main" x="523875" y="1714500"/>
          <a:ext xmlns:a="http://schemas.openxmlformats.org/drawingml/2006/main" cx="7239000" cy="4191000"/>
        </p:xfrm>
        <a:graphic xmlns:a="http://schemas.openxmlformats.org/drawingml/2006/main">
          <a:graphicData uri="http://schemas.openxmlformats.org/drawingml/2006/chart">
            <c:chart xmlns:r="http://schemas.openxmlformats.org/officeDocument/2006/relationships" xmlns:c="http://schemas.openxmlformats.org/drawingml/2006/chart" r:id="Rd7b551bb58b74c2c"/>
          </a:graphicData>
        </a:graphic>
      </p:graphicFrame>
      <p:sp>
        <p:nvSpPr>
          <p:cNvPr id="7" name="">
            <a:extLst xmlns:a="http://schemas.openxmlformats.org/drawingml/2006/main">
              <a:ext uri="{FF2B5EF4-FFF2-40B4-BE49-F238E27FC236}">
                <a16:creationId xmlns:a16="http://schemas.microsoft.com/office/drawing/2014/main" id="{7028B35C-5B3C-40D1-8C76-2DDB208B337F}"/>
              </a:ext>
            </a:extLst>
          </p:cNvPr>
          <p:cNvSpPr>
            <a:spLocks xmlns:a="http://schemas.openxmlformats.org/drawingml/2006/main" noGrp="1"/>
          </p:cNvSpPr>
          <p:nvPr/>
        </p:nvSpPr>
        <p:spPr>
          <a:xfrm xmlns:a="http://schemas.openxmlformats.org/drawingml/2006/main">
            <a:off x="8048625" y="2047875"/>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138397"/>
                </a:solidFill>
                <a:latin typeface="Nimbus Sans"/>
                <a:ea typeface="Nimbus Sans"/>
                <a:cs typeface="Nimbus Sans"/>
              </a:defRPr>
            </a:defPPr>
            <a:lvl1pPr algn="l">
              <a:defRPr sz="2400" b="1">
                <a:solidFill>
                  <a:srgbClr val="138397"/>
                </a:solidFill>
                <a:latin typeface="Nimbus Sans"/>
                <a:ea typeface="Nimbus Sans"/>
                <a:cs typeface="Nimbus Sans"/>
              </a:defRPr>
            </a:lvl1pPr>
            <a:lvl2pPr algn="l">
              <a:defRPr sz="2400" b="1">
                <a:solidFill>
                  <a:srgbClr val="138397"/>
                </a:solidFill>
                <a:latin typeface="Nimbus Sans"/>
                <a:ea typeface="Nimbus Sans"/>
                <a:cs typeface="Nimbus Sans"/>
              </a:defRPr>
            </a:lvl2pPr>
            <a:lvl3pPr algn="l">
              <a:defRPr sz="2400" b="1">
                <a:solidFill>
                  <a:srgbClr val="138397"/>
                </a:solidFill>
                <a:latin typeface="Nimbus Sans"/>
                <a:ea typeface="Nimbus Sans"/>
                <a:cs typeface="Nimbus Sans"/>
              </a:defRPr>
            </a:lvl3pPr>
            <a:lvl4pPr algn="l">
              <a:defRPr sz="2400" b="1">
                <a:solidFill>
                  <a:srgbClr val="138397"/>
                </a:solidFill>
                <a:latin typeface="Nimbus Sans"/>
                <a:ea typeface="Nimbus Sans"/>
                <a:cs typeface="Nimbus Sans"/>
              </a:defRPr>
            </a:lvl4pPr>
            <a:lvl5pPr algn="l">
              <a:defRPr sz="2400" b="1">
                <a:solidFill>
                  <a:srgbClr val="138397"/>
                </a:solidFill>
                <a:latin typeface="Nimbus Sans"/>
                <a:ea typeface="Nimbus Sans"/>
                <a:cs typeface="Nimbus Sans"/>
              </a:defRPr>
            </a:lvl5pPr>
            <a:lvl6pPr algn="l">
              <a:defRPr sz="2400" b="1">
                <a:solidFill>
                  <a:srgbClr val="138397"/>
                </a:solidFill>
                <a:latin typeface="Nimbus Sans"/>
                <a:ea typeface="Nimbus Sans"/>
                <a:cs typeface="Nimbus Sans"/>
              </a:defRPr>
            </a:lvl6pPr>
            <a:lvl7pPr algn="l">
              <a:defRPr sz="2400" b="1">
                <a:solidFill>
                  <a:srgbClr val="138397"/>
                </a:solidFill>
                <a:latin typeface="Nimbus Sans"/>
                <a:ea typeface="Nimbus Sans"/>
                <a:cs typeface="Nimbus Sans"/>
              </a:defRPr>
            </a:lvl7pPr>
            <a:lvl8pPr algn="l">
              <a:defRPr sz="2400" b="1">
                <a:solidFill>
                  <a:srgbClr val="138397"/>
                </a:solidFill>
                <a:latin typeface="Nimbus Sans"/>
                <a:ea typeface="Nimbus Sans"/>
                <a:cs typeface="Nimbus Sans"/>
              </a:defRPr>
            </a:lvl8pPr>
            <a:lvl9pPr algn="l">
              <a:defRPr sz="2400" b="1">
                <a:solidFill>
                  <a:srgbClr val="138397"/>
                </a:solidFill>
                <a:latin typeface="Nimbus Sans"/>
                <a:ea typeface="Nimbus Sans"/>
                <a:cs typeface="Nimbus Sans"/>
              </a:defRPr>
            </a:lvl9pPr>
          </a:lstStyle>
          <a:p xmlns:a="http://schemas.openxmlformats.org/drawingml/2006/main">
            <a:pPr algn="l">
              <a:defRPr sz="2400" b="1">
                <a:solidFill>
                  <a:srgbClr val="138397"/>
                </a:solidFill>
                <a:latin typeface="Nimbus Sans"/>
                <a:ea typeface="Nimbus Sans"/>
                <a:cs typeface="Nimbus Sans"/>
              </a:defRPr>
            </a:pPr>
            <a:r>
              <a:rPr sz="2400" b="1">
                <a:solidFill>
                  <a:srgbClr val="138397"/>
                </a:solidFill>
                <a:latin typeface="Nimbus Sans"/>
                <a:ea typeface="Nimbus Sans"/>
                <a:cs typeface="Nimbus Sans"/>
              </a:rPr>
              <a:t>AUC ≠ accuracy</a:t>
            </a:r>
          </a:p>
        </p:txBody>
      </p:sp>
      <p:sp>
        <p:nvSpPr>
          <p:cNvPr id="8" name="">
            <a:extLst xmlns:a="http://schemas.openxmlformats.org/drawingml/2006/main">
              <a:ext uri="{FF2B5EF4-FFF2-40B4-BE49-F238E27FC236}">
                <a16:creationId xmlns:a16="http://schemas.microsoft.com/office/drawing/2014/main" id="{41DA41B2-8EFA-4AFE-B03B-1216B9C243D6}"/>
              </a:ext>
            </a:extLst>
          </p:cNvPr>
          <p:cNvSpPr>
            <a:spLocks xmlns:a="http://schemas.openxmlformats.org/drawingml/2006/main" noGrp="1"/>
          </p:cNvSpPr>
          <p:nvPr/>
        </p:nvSpPr>
        <p:spPr>
          <a:xfrm xmlns:a="http://schemas.openxmlformats.org/drawingml/2006/main">
            <a:off x="8048625" y="3048000"/>
            <a:ext cx="3476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203341"/>
                </a:solidFill>
                <a:latin typeface="Nimbus Sans"/>
                <a:ea typeface="Nimbus Sans"/>
                <a:cs typeface="Nimbus Sans"/>
              </a:defRPr>
            </a:defPPr>
            <a:lvl1pPr algn="l">
              <a:defRPr sz="2100" b="0">
                <a:solidFill>
                  <a:srgbClr val="203341"/>
                </a:solidFill>
                <a:latin typeface="Nimbus Sans"/>
                <a:ea typeface="Nimbus Sans"/>
                <a:cs typeface="Nimbus Sans"/>
              </a:defRPr>
            </a:lvl1pPr>
            <a:lvl2pPr algn="l">
              <a:defRPr sz="2100" b="0">
                <a:solidFill>
                  <a:srgbClr val="203341"/>
                </a:solidFill>
                <a:latin typeface="Nimbus Sans"/>
                <a:ea typeface="Nimbus Sans"/>
                <a:cs typeface="Nimbus Sans"/>
              </a:defRPr>
            </a:lvl2pPr>
            <a:lvl3pPr algn="l">
              <a:defRPr sz="2100" b="0">
                <a:solidFill>
                  <a:srgbClr val="203341"/>
                </a:solidFill>
                <a:latin typeface="Nimbus Sans"/>
                <a:ea typeface="Nimbus Sans"/>
                <a:cs typeface="Nimbus Sans"/>
              </a:defRPr>
            </a:lvl3pPr>
            <a:lvl4pPr algn="l">
              <a:defRPr sz="2100" b="0">
                <a:solidFill>
                  <a:srgbClr val="203341"/>
                </a:solidFill>
                <a:latin typeface="Nimbus Sans"/>
                <a:ea typeface="Nimbus Sans"/>
                <a:cs typeface="Nimbus Sans"/>
              </a:defRPr>
            </a:lvl4pPr>
            <a:lvl5pPr algn="l">
              <a:defRPr sz="2100" b="0">
                <a:solidFill>
                  <a:srgbClr val="203341"/>
                </a:solidFill>
                <a:latin typeface="Nimbus Sans"/>
                <a:ea typeface="Nimbus Sans"/>
                <a:cs typeface="Nimbus Sans"/>
              </a:defRPr>
            </a:lvl5pPr>
            <a:lvl6pPr algn="l">
              <a:defRPr sz="2100" b="0">
                <a:solidFill>
                  <a:srgbClr val="203341"/>
                </a:solidFill>
                <a:latin typeface="Nimbus Sans"/>
                <a:ea typeface="Nimbus Sans"/>
                <a:cs typeface="Nimbus Sans"/>
              </a:defRPr>
            </a:lvl6pPr>
            <a:lvl7pPr algn="l">
              <a:defRPr sz="2100" b="0">
                <a:solidFill>
                  <a:srgbClr val="203341"/>
                </a:solidFill>
                <a:latin typeface="Nimbus Sans"/>
                <a:ea typeface="Nimbus Sans"/>
                <a:cs typeface="Nimbus Sans"/>
              </a:defRPr>
            </a:lvl7pPr>
            <a:lvl8pPr algn="l">
              <a:defRPr sz="2100" b="0">
                <a:solidFill>
                  <a:srgbClr val="203341"/>
                </a:solidFill>
                <a:latin typeface="Nimbus Sans"/>
                <a:ea typeface="Nimbus Sans"/>
                <a:cs typeface="Nimbus Sans"/>
              </a:defRPr>
            </a:lvl8pPr>
            <a:lvl9pPr algn="l">
              <a:defRPr sz="2100" b="0">
                <a:solidFill>
                  <a:srgbClr val="203341"/>
                </a:solidFill>
                <a:latin typeface="Nimbus Sans"/>
                <a:ea typeface="Nimbus Sans"/>
                <a:cs typeface="Nimbus Sans"/>
              </a:defRPr>
            </a:lvl9pPr>
          </a:lstStyle>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Score ponderado:</a:t>
            </a:r>
          </a:p>
          <a:p xmlns:a="http://schemas.openxmlformats.org/drawingml/2006/main">
            <a:pPr algn="l">
              <a:defRPr sz="2100" b="0">
                <a:solidFill>
                  <a:srgbClr val="203341"/>
                </a:solidFill>
                <a:latin typeface="Nimbus Sans"/>
                <a:ea typeface="Nimbus Sans"/>
                <a:cs typeface="Nimbus Sans"/>
              </a:defRPr>
            </a:pPr>
            <a:r>
              <a:rPr sz="2100" b="0">
                <a:solidFill>
                  <a:srgbClr val="203341"/>
                </a:solidFill>
                <a:latin typeface="Nimbus Sans"/>
                <a:ea typeface="Nimbus Sans"/>
                <a:cs typeface="Nimbus Sans"/>
              </a:rPr>
              <a:t>calibración pendiente</a:t>
            </a:r>
          </a:p>
        </p:txBody>
      </p:sp>
      <p:sp>
        <p:nvSpPr>
          <p:cNvPr id="9" name="">
            <a:extLst xmlns:a="http://schemas.openxmlformats.org/drawingml/2006/main">
              <a:ext uri="{FF2B5EF4-FFF2-40B4-BE49-F238E27FC236}">
                <a16:creationId xmlns:a16="http://schemas.microsoft.com/office/drawing/2014/main" id="{98319ACC-0CDD-4FA3-979D-2814FD47A476}"/>
              </a:ext>
            </a:extLst>
          </p:cNvPr>
          <p:cNvSpPr>
            <a:spLocks xmlns:a="http://schemas.openxmlformats.org/drawingml/2006/main" noGrp="1"/>
          </p:cNvSpPr>
          <p:nvPr/>
        </p:nvSpPr>
        <p:spPr>
          <a:xfrm xmlns:a="http://schemas.openxmlformats.org/drawingml/2006/main">
            <a:off x="8048625" y="4572000"/>
            <a:ext cx="3476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0">
                <a:solidFill>
                  <a:srgbClr val="203341"/>
                </a:solidFill>
                <a:latin typeface="Nimbus Sans"/>
                <a:ea typeface="Nimbus Sans"/>
                <a:cs typeface="Nimbus Sans"/>
              </a:defRPr>
            </a:defPPr>
            <a:lvl1pPr algn="l">
              <a:defRPr sz="2025" b="0">
                <a:solidFill>
                  <a:srgbClr val="203341"/>
                </a:solidFill>
                <a:latin typeface="Nimbus Sans"/>
                <a:ea typeface="Nimbus Sans"/>
                <a:cs typeface="Nimbus Sans"/>
              </a:defRPr>
            </a:lvl1pPr>
            <a:lvl2pPr algn="l">
              <a:defRPr sz="2025" b="0">
                <a:solidFill>
                  <a:srgbClr val="203341"/>
                </a:solidFill>
                <a:latin typeface="Nimbus Sans"/>
                <a:ea typeface="Nimbus Sans"/>
                <a:cs typeface="Nimbus Sans"/>
              </a:defRPr>
            </a:lvl2pPr>
            <a:lvl3pPr algn="l">
              <a:defRPr sz="2025" b="0">
                <a:solidFill>
                  <a:srgbClr val="203341"/>
                </a:solidFill>
                <a:latin typeface="Nimbus Sans"/>
                <a:ea typeface="Nimbus Sans"/>
                <a:cs typeface="Nimbus Sans"/>
              </a:defRPr>
            </a:lvl3pPr>
            <a:lvl4pPr algn="l">
              <a:defRPr sz="2025" b="0">
                <a:solidFill>
                  <a:srgbClr val="203341"/>
                </a:solidFill>
                <a:latin typeface="Nimbus Sans"/>
                <a:ea typeface="Nimbus Sans"/>
                <a:cs typeface="Nimbus Sans"/>
              </a:defRPr>
            </a:lvl4pPr>
            <a:lvl5pPr algn="l">
              <a:defRPr sz="2025" b="0">
                <a:solidFill>
                  <a:srgbClr val="203341"/>
                </a:solidFill>
                <a:latin typeface="Nimbus Sans"/>
                <a:ea typeface="Nimbus Sans"/>
                <a:cs typeface="Nimbus Sans"/>
              </a:defRPr>
            </a:lvl5pPr>
            <a:lvl6pPr algn="l">
              <a:defRPr sz="2025" b="0">
                <a:solidFill>
                  <a:srgbClr val="203341"/>
                </a:solidFill>
                <a:latin typeface="Nimbus Sans"/>
                <a:ea typeface="Nimbus Sans"/>
                <a:cs typeface="Nimbus Sans"/>
              </a:defRPr>
            </a:lvl6pPr>
            <a:lvl7pPr algn="l">
              <a:defRPr sz="2025" b="0">
                <a:solidFill>
                  <a:srgbClr val="203341"/>
                </a:solidFill>
                <a:latin typeface="Nimbus Sans"/>
                <a:ea typeface="Nimbus Sans"/>
                <a:cs typeface="Nimbus Sans"/>
              </a:defRPr>
            </a:lvl7pPr>
            <a:lvl8pPr algn="l">
              <a:defRPr sz="2025" b="0">
                <a:solidFill>
                  <a:srgbClr val="203341"/>
                </a:solidFill>
                <a:latin typeface="Nimbus Sans"/>
                <a:ea typeface="Nimbus Sans"/>
                <a:cs typeface="Nimbus Sans"/>
              </a:defRPr>
            </a:lvl8pPr>
            <a:lvl9pPr algn="l">
              <a:defRPr sz="2025" b="0">
                <a:solidFill>
                  <a:srgbClr val="203341"/>
                </a:solidFill>
                <a:latin typeface="Nimbus Sans"/>
                <a:ea typeface="Nimbus Sans"/>
                <a:cs typeface="Nimbus Sans"/>
              </a:defRPr>
            </a:lvl9pPr>
          </a:lstStyle>
          <a:p xmlns:a="http://schemas.openxmlformats.org/drawingml/2006/main">
            <a:pPr algn="l">
              <a:defRPr sz="2025" b="0">
                <a:solidFill>
                  <a:srgbClr val="203341"/>
                </a:solidFill>
                <a:latin typeface="Nimbus Sans"/>
                <a:ea typeface="Nimbus Sans"/>
                <a:cs typeface="Nimbus Sans"/>
              </a:defRPr>
            </a:pPr>
            <a:r>
              <a:rPr sz="2025" b="0">
                <a:solidFill>
                  <a:srgbClr val="203341"/>
                </a:solidFill>
                <a:latin typeface="Nimbus Sans"/>
                <a:ea typeface="Nimbus Sans"/>
                <a:cs typeface="Nimbus Sans"/>
              </a:rPr>
              <a:t>VIF máximo: 3,054</a:t>
            </a:r>
          </a:p>
          <a:p xmlns:a="http://schemas.openxmlformats.org/drawingml/2006/main">
            <a:pPr algn="l">
              <a:defRPr sz="2025" b="0">
                <a:solidFill>
                  <a:srgbClr val="203341"/>
                </a:solidFill>
                <a:latin typeface="Nimbus Sans"/>
                <a:ea typeface="Nimbus Sans"/>
                <a:cs typeface="Nimbus Sans"/>
              </a:defRPr>
            </a:pPr>
            <a:r>
              <a:rPr sz="2025" b="0">
                <a:solidFill>
                  <a:srgbClr val="203341"/>
                </a:solidFill>
                <a:latin typeface="Nimbus Sans"/>
                <a:ea typeface="Nimbus Sans"/>
                <a:cs typeface="Nimbus Sans"/>
              </a:rPr>
              <a:t>Linealidad no exacta</a:t>
            </a:r>
          </a:p>
        </p:txBody>
      </p:sp>
      <p:sp>
        <p:nvSpPr>
          <p:cNvPr id="10" name="">
            <a:extLst xmlns:a="http://schemas.openxmlformats.org/drawingml/2006/main">
              <a:ext uri="{FF2B5EF4-FFF2-40B4-BE49-F238E27FC236}">
                <a16:creationId xmlns:a16="http://schemas.microsoft.com/office/drawing/2014/main" id="{6C42E3F5-C73B-44E5-B059-A31661C27F7C}"/>
              </a:ext>
            </a:extLst>
          </p:cNvPr>
          <p:cNvSpPr>
            <a:spLocks xmlns:a="http://schemas.openxmlformats.org/drawingml/2006/main" noGrp="1"/>
          </p:cNvSpPr>
          <p:nvPr/>
        </p:nvSpPr>
        <p:spPr>
          <a:xfrm xmlns:a="http://schemas.openxmlformats.org/drawingml/2006/main">
            <a:off x="571500" y="596265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586873"/>
                </a:solidFill>
                <a:latin typeface="Nimbus Sans"/>
                <a:ea typeface="Nimbus Sans"/>
                <a:cs typeface="Nimbus Sans"/>
              </a:defRPr>
            </a:defPPr>
            <a:lvl1pPr algn="l">
              <a:defRPr sz="1575" b="0">
                <a:solidFill>
                  <a:srgbClr val="586873"/>
                </a:solidFill>
                <a:latin typeface="Nimbus Sans"/>
                <a:ea typeface="Nimbus Sans"/>
                <a:cs typeface="Nimbus Sans"/>
              </a:defRPr>
            </a:lvl1pPr>
            <a:lvl2pPr algn="l">
              <a:defRPr sz="1575" b="0">
                <a:solidFill>
                  <a:srgbClr val="586873"/>
                </a:solidFill>
                <a:latin typeface="Nimbus Sans"/>
                <a:ea typeface="Nimbus Sans"/>
                <a:cs typeface="Nimbus Sans"/>
              </a:defRPr>
            </a:lvl2pPr>
            <a:lvl3pPr algn="l">
              <a:defRPr sz="1575" b="0">
                <a:solidFill>
                  <a:srgbClr val="586873"/>
                </a:solidFill>
                <a:latin typeface="Nimbus Sans"/>
                <a:ea typeface="Nimbus Sans"/>
                <a:cs typeface="Nimbus Sans"/>
              </a:defRPr>
            </a:lvl3pPr>
            <a:lvl4pPr algn="l">
              <a:defRPr sz="1575" b="0">
                <a:solidFill>
                  <a:srgbClr val="586873"/>
                </a:solidFill>
                <a:latin typeface="Nimbus Sans"/>
                <a:ea typeface="Nimbus Sans"/>
                <a:cs typeface="Nimbus Sans"/>
              </a:defRPr>
            </a:lvl4pPr>
            <a:lvl5pPr algn="l">
              <a:defRPr sz="1575" b="0">
                <a:solidFill>
                  <a:srgbClr val="586873"/>
                </a:solidFill>
                <a:latin typeface="Nimbus Sans"/>
                <a:ea typeface="Nimbus Sans"/>
                <a:cs typeface="Nimbus Sans"/>
              </a:defRPr>
            </a:lvl5pPr>
            <a:lvl6pPr algn="l">
              <a:defRPr sz="1575" b="0">
                <a:solidFill>
                  <a:srgbClr val="586873"/>
                </a:solidFill>
                <a:latin typeface="Nimbus Sans"/>
                <a:ea typeface="Nimbus Sans"/>
                <a:cs typeface="Nimbus Sans"/>
              </a:defRPr>
            </a:lvl6pPr>
            <a:lvl7pPr algn="l">
              <a:defRPr sz="1575" b="0">
                <a:solidFill>
                  <a:srgbClr val="586873"/>
                </a:solidFill>
                <a:latin typeface="Nimbus Sans"/>
                <a:ea typeface="Nimbus Sans"/>
                <a:cs typeface="Nimbus Sans"/>
              </a:defRPr>
            </a:lvl7pPr>
            <a:lvl8pPr algn="l">
              <a:defRPr sz="1575" b="0">
                <a:solidFill>
                  <a:srgbClr val="586873"/>
                </a:solidFill>
                <a:latin typeface="Nimbus Sans"/>
                <a:ea typeface="Nimbus Sans"/>
                <a:cs typeface="Nimbus Sans"/>
              </a:defRPr>
            </a:lvl8pPr>
            <a:lvl9pPr algn="l">
              <a:defRPr sz="1575" b="0">
                <a:solidFill>
                  <a:srgbClr val="586873"/>
                </a:solidFill>
                <a:latin typeface="Nimbus Sans"/>
                <a:ea typeface="Nimbus Sans"/>
                <a:cs typeface="Nimbus Sans"/>
              </a:defRPr>
            </a:lvl9pPr>
          </a:lstStyle>
          <a:p xmlns:a="http://schemas.openxmlformats.org/drawingml/2006/main">
            <a:pPr algn="l">
              <a:defRPr sz="1575" b="0">
                <a:solidFill>
                  <a:srgbClr val="586873"/>
                </a:solidFill>
                <a:latin typeface="Nimbus Sans"/>
                <a:ea typeface="Nimbus Sans"/>
                <a:cs typeface="Nimbus Sans"/>
              </a:defRPr>
            </a:pPr>
            <a:r>
              <a:rPr sz="1575" b="0">
                <a:solidFill>
                  <a:srgbClr val="586873"/>
                </a:solidFill>
                <a:latin typeface="Nimbus Sans"/>
                <a:ea typeface="Nimbus Sans"/>
                <a:cs typeface="Nimbus Sans"/>
              </a:rPr>
              <a:t>Curvas resumidas con puntos reales; AUC calculada sobre todos los casos de prueba.</a:t>
            </a:r>
          </a:p>
        </p:txBody>
      </p:sp>
    </p:spTree>
    <p:extLst>
      <p:ext uri="{BB962C8B-B14F-4D97-AF65-F5344CB8AC3E}">
        <p14:creationId xmlns:p14="http://schemas.microsoft.com/office/powerpoint/2010/main" val="2380606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E0ED1C-671B-4F1F-8703-F786B7E5BD83}"/>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00688DC6-EC97-4CB5-A872-DA1483825C56}"/>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La cobertura cambia la comparación de imputaciones</a:t>
            </a:r>
          </a:p>
        </p:txBody>
      </p:sp>
      <p:sp>
        <p:nvSpPr>
          <p:cNvPr id="3" name="">
            <a:extLst xmlns:a="http://schemas.openxmlformats.org/drawingml/2006/main">
              <a:ext uri="{FF2B5EF4-FFF2-40B4-BE49-F238E27FC236}">
                <a16:creationId xmlns:a16="http://schemas.microsoft.com/office/drawing/2014/main" id="{305E79C0-A507-4015-A1A4-F1E2029F99AA}"/>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14DE5D-A5C6-48CA-B0E0-8B4C318A906C}"/>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Alan Cañete  ·  06:40–07:30</a:t>
            </a:r>
          </a:p>
        </p:txBody>
      </p:sp>
      <p:sp>
        <p:nvSpPr>
          <p:cNvPr id="5" name="">
            <a:extLst xmlns:a="http://schemas.openxmlformats.org/drawingml/2006/main">
              <a:ext uri="{FF2B5EF4-FFF2-40B4-BE49-F238E27FC236}">
                <a16:creationId xmlns:a16="http://schemas.microsoft.com/office/drawing/2014/main" id="{ADBCA288-94FE-4AC9-AA30-5C63CFFC365D}"/>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09 / 12</a:t>
            </a:r>
          </a:p>
        </p:txBody>
      </p:sp>
      <p:graphicFrame>
        <p:nvGraphicFramePr>
          <p:cNvPr id="6" name="">
            <a:extLst xmlns:a="http://schemas.openxmlformats.org/drawingml/2006/main">
              <a:ext uri="{FF2B5EF4-FFF2-40B4-BE49-F238E27FC236}">
                <a16:creationId xmlns:a16="http://schemas.microsoft.com/office/drawing/2014/main" id="{D48ED5DD-148F-459B-A139-ED909025BEBF}"/>
              </a:ext>
            </a:extLst>
          </p:cNvPr>
          <p:cNvGraphicFramePr/>
          <p:nvPr/>
        </p:nvGraphicFramePr>
        <p:xfrm>
          <a:off xmlns:a="http://schemas.openxmlformats.org/drawingml/2006/main" x="571500" y="1857375"/>
          <a:ext xmlns:a="http://schemas.openxmlformats.org/drawingml/2006/main" cx="11049000" cy="2714625"/>
        </p:xfrm>
        <a:graphic xmlns:a="http://schemas.openxmlformats.org/drawingml/2006/main">
          <a:graphicData uri="http://schemas.openxmlformats.org/drawingml/2006/table">
            <a:tbl>
              <a:tblPr/>
              <a:tblGrid>
                <a:gridCol w="2667000"/>
                <a:gridCol w="2952750"/>
                <a:gridCol w="2476500"/>
                <a:gridCol w="2952750"/>
              </a:tblGrid>
              <a:tr h="678656">
                <a:tc>
                  <a:txBody>
                    <a:bodyPr/>
                    <a:lstStyle/>
                    <a:p>
                      <a:pPr algn="l"/>
                      <a:r>
                        <a:rPr sz="2025" b="1">
                          <a:solidFill>
                            <a:srgbClr val="FFFFFF"/>
                          </a:solidFill>
                          <a:latin typeface="Nimbus Sans"/>
                          <a:ea typeface="Nimbus Sans"/>
                          <a:cs typeface="Nimbus Sans"/>
                        </a:rPr>
                        <a:t>Estrategia</a:t>
                      </a:r>
                    </a:p>
                  </a:txBody>
                  <a:tcPr marL="114300" marR="114300" marT="76200" marB="76200" anchor="ctr">
                    <a:lnL w="9525">
                      <a:solidFill>
                        <a:srgbClr val="DBE3E8"/>
                      </a:solidFill>
                      <a:prstDash val="solid"/>
                    </a:lnL>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2025" b="1">
                          <a:solidFill>
                            <a:srgbClr val="FFFFFF"/>
                          </a:solidFill>
                          <a:latin typeface="Nimbus Sans"/>
                          <a:ea typeface="Nimbus Sans"/>
                          <a:cs typeface="Nimbus Sans"/>
                        </a:rPr>
                        <a:t>Cobertura prueba</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2025" b="1">
                          <a:solidFill>
                            <a:srgbClr val="FFFFFF"/>
                          </a:solidFill>
                          <a:latin typeface="Nimbus Sans"/>
                          <a:ea typeface="Nimbus Sans"/>
                          <a:cs typeface="Nimbus Sans"/>
                        </a:rPr>
                        <a:t>Localidades</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2025" b="1">
                          <a:solidFill>
                            <a:srgbClr val="FFFFFF"/>
                          </a:solidFill>
                          <a:latin typeface="Nimbus Sans"/>
                          <a:ea typeface="Nimbus Sans"/>
                          <a:cs typeface="Nimbus Sans"/>
                        </a:rPr>
                        <a:t>AUC común</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r>
              <a:tr h="678656">
                <a:tc>
                  <a:txBody>
                    <a:bodyPr/>
                    <a:lstStyle/>
                    <a:p>
                      <a:pPr algn="l"/>
                      <a:r>
                        <a:rPr sz="2025" b="0">
                          <a:solidFill>
                            <a:srgbClr val="203341"/>
                          </a:solidFill>
                          <a:latin typeface="Nimbus Sans"/>
                          <a:ea typeface="Nimbus Sans"/>
                          <a:cs typeface="Nimbus Sans"/>
                        </a:rPr>
                        <a:t>Eliminación</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2025" b="0">
                          <a:solidFill>
                            <a:srgbClr val="203341"/>
                          </a:solidFill>
                          <a:latin typeface="Nimbus Sans"/>
                          <a:ea typeface="Nimbus Sans"/>
                          <a:cs typeface="Nimbus Sans"/>
                        </a:rPr>
                        <a:t>42,74 %</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2025" b="0">
                          <a:solidFill>
                            <a:srgbClr val="203341"/>
                          </a:solidFill>
                          <a:latin typeface="Nimbus Sans"/>
                          <a:ea typeface="Nimbus Sans"/>
                          <a:cs typeface="Nimbus Sans"/>
                        </a:rPr>
                        <a:t>27</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2025" b="0">
                          <a:solidFill>
                            <a:srgbClr val="203341"/>
                          </a:solidFill>
                          <a:latin typeface="Nimbus Sans"/>
                          <a:ea typeface="Nimbus Sans"/>
                          <a:cs typeface="Nimbus Sans"/>
                        </a:rPr>
                        <a:t>0,8813</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678656">
                <a:tc>
                  <a:txBody>
                    <a:bodyPr/>
                    <a:lstStyle/>
                    <a:p>
                      <a:pPr algn="l"/>
                      <a:r>
                        <a:rPr sz="2025" b="0">
                          <a:solidFill>
                            <a:srgbClr val="203341"/>
                          </a:solidFill>
                          <a:latin typeface="Nimbus Sans"/>
                          <a:ea typeface="Nimbus Sans"/>
                          <a:cs typeface="Nimbus Sans"/>
                        </a:rPr>
                        <a:t>Mediana</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2025" b="0">
                          <a:solidFill>
                            <a:srgbClr val="203341"/>
                          </a:solidFill>
                          <a:latin typeface="Nimbus Sans"/>
                          <a:ea typeface="Nimbus Sans"/>
                          <a:cs typeface="Nimbus Sans"/>
                        </a:rPr>
                        <a:t>100,00 %</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2025" b="0">
                          <a:solidFill>
                            <a:srgbClr val="203341"/>
                          </a:solidFill>
                          <a:latin typeface="Nimbus Sans"/>
                          <a:ea typeface="Nimbus Sans"/>
                          <a:cs typeface="Nimbus Sans"/>
                        </a:rPr>
                        <a:t>49</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2025" b="0">
                          <a:solidFill>
                            <a:srgbClr val="203341"/>
                          </a:solidFill>
                          <a:latin typeface="Nimbus Sans"/>
                          <a:ea typeface="Nimbus Sans"/>
                          <a:cs typeface="Nimbus Sans"/>
                        </a:rPr>
                        <a:t>0,8801</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r h="678656">
                <a:tc>
                  <a:txBody>
                    <a:bodyPr/>
                    <a:lstStyle/>
                    <a:p>
                      <a:pPr algn="l"/>
                      <a:r>
                        <a:rPr sz="2025" b="0">
                          <a:solidFill>
                            <a:srgbClr val="203341"/>
                          </a:solidFill>
                          <a:latin typeface="Nimbus Sans"/>
                          <a:ea typeface="Nimbus Sans"/>
                          <a:cs typeface="Nimbus Sans"/>
                        </a:rPr>
                        <a:t>Regresión</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2025" b="0">
                          <a:solidFill>
                            <a:srgbClr val="203341"/>
                          </a:solidFill>
                          <a:latin typeface="Nimbus Sans"/>
                          <a:ea typeface="Nimbus Sans"/>
                          <a:cs typeface="Nimbus Sans"/>
                        </a:rPr>
                        <a:t>100,00 %</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2025" b="0">
                          <a:solidFill>
                            <a:srgbClr val="203341"/>
                          </a:solidFill>
                          <a:latin typeface="Nimbus Sans"/>
                          <a:ea typeface="Nimbus Sans"/>
                          <a:cs typeface="Nimbus Sans"/>
                        </a:rPr>
                        <a:t>49</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2025" b="0">
                          <a:solidFill>
                            <a:srgbClr val="203341"/>
                          </a:solidFill>
                          <a:latin typeface="Nimbus Sans"/>
                          <a:ea typeface="Nimbus Sans"/>
                          <a:cs typeface="Nimbus Sans"/>
                        </a:rPr>
                        <a:t>0,8809</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DB202B4-828D-4236-934D-BB87992F8730}"/>
              </a:ext>
            </a:extLst>
          </p:cNvPr>
          <p:cNvSpPr>
            <a:spLocks xmlns:a="http://schemas.openxmlformats.org/drawingml/2006/main" noGrp="1"/>
          </p:cNvSpPr>
          <p:nvPr/>
        </p:nvSpPr>
        <p:spPr>
          <a:xfrm xmlns:a="http://schemas.openxmlformats.org/drawingml/2006/main">
            <a:off x="571500" y="49530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38397"/>
                </a:solidFill>
                <a:latin typeface="Nimbus Sans"/>
                <a:ea typeface="Nimbus Sans"/>
                <a:cs typeface="Nimbus Sans"/>
              </a:defRPr>
            </a:defPPr>
            <a:lvl1pPr algn="l">
              <a:defRPr sz="2100" b="1">
                <a:solidFill>
                  <a:srgbClr val="138397"/>
                </a:solidFill>
                <a:latin typeface="Nimbus Sans"/>
                <a:ea typeface="Nimbus Sans"/>
                <a:cs typeface="Nimbus Sans"/>
              </a:defRPr>
            </a:lvl1pPr>
            <a:lvl2pPr algn="l">
              <a:defRPr sz="2100" b="1">
                <a:solidFill>
                  <a:srgbClr val="138397"/>
                </a:solidFill>
                <a:latin typeface="Nimbus Sans"/>
                <a:ea typeface="Nimbus Sans"/>
                <a:cs typeface="Nimbus Sans"/>
              </a:defRPr>
            </a:lvl2pPr>
            <a:lvl3pPr algn="l">
              <a:defRPr sz="2100" b="1">
                <a:solidFill>
                  <a:srgbClr val="138397"/>
                </a:solidFill>
                <a:latin typeface="Nimbus Sans"/>
                <a:ea typeface="Nimbus Sans"/>
                <a:cs typeface="Nimbus Sans"/>
              </a:defRPr>
            </a:lvl3pPr>
            <a:lvl4pPr algn="l">
              <a:defRPr sz="2100" b="1">
                <a:solidFill>
                  <a:srgbClr val="138397"/>
                </a:solidFill>
                <a:latin typeface="Nimbus Sans"/>
                <a:ea typeface="Nimbus Sans"/>
                <a:cs typeface="Nimbus Sans"/>
              </a:defRPr>
            </a:lvl4pPr>
            <a:lvl5pPr algn="l">
              <a:defRPr sz="2100" b="1">
                <a:solidFill>
                  <a:srgbClr val="138397"/>
                </a:solidFill>
                <a:latin typeface="Nimbus Sans"/>
                <a:ea typeface="Nimbus Sans"/>
                <a:cs typeface="Nimbus Sans"/>
              </a:defRPr>
            </a:lvl5pPr>
            <a:lvl6pPr algn="l">
              <a:defRPr sz="2100" b="1">
                <a:solidFill>
                  <a:srgbClr val="138397"/>
                </a:solidFill>
                <a:latin typeface="Nimbus Sans"/>
                <a:ea typeface="Nimbus Sans"/>
                <a:cs typeface="Nimbus Sans"/>
              </a:defRPr>
            </a:lvl6pPr>
            <a:lvl7pPr algn="l">
              <a:defRPr sz="2100" b="1">
                <a:solidFill>
                  <a:srgbClr val="138397"/>
                </a:solidFill>
                <a:latin typeface="Nimbus Sans"/>
                <a:ea typeface="Nimbus Sans"/>
                <a:cs typeface="Nimbus Sans"/>
              </a:defRPr>
            </a:lvl7pPr>
            <a:lvl8pPr algn="l">
              <a:defRPr sz="2100" b="1">
                <a:solidFill>
                  <a:srgbClr val="138397"/>
                </a:solidFill>
                <a:latin typeface="Nimbus Sans"/>
                <a:ea typeface="Nimbus Sans"/>
                <a:cs typeface="Nimbus Sans"/>
              </a:defRPr>
            </a:lvl8pPr>
            <a:lvl9pPr algn="l">
              <a:defRPr sz="2100" b="1">
                <a:solidFill>
                  <a:srgbClr val="138397"/>
                </a:solidFill>
                <a:latin typeface="Nimbus Sans"/>
                <a:ea typeface="Nimbus Sans"/>
                <a:cs typeface="Nimbus Sans"/>
              </a:defRPr>
            </a:lvl9pPr>
          </a:lstStyle>
          <a:p xmlns:a="http://schemas.openxmlformats.org/drawingml/2006/main">
            <a:pPr algn="l">
              <a:defRPr sz="2100" b="1">
                <a:solidFill>
                  <a:srgbClr val="138397"/>
                </a:solidFill>
                <a:latin typeface="Nimbus Sans"/>
                <a:ea typeface="Nimbus Sans"/>
                <a:cs typeface="Nimbus Sans"/>
              </a:defRPr>
            </a:pPr>
            <a:r>
              <a:rPr sz="2100" b="1">
                <a:solidFill>
                  <a:srgbClr val="138397"/>
                </a:solidFill>
                <a:latin typeface="Nimbus Sans"/>
                <a:ea typeface="Nimbus Sans"/>
                <a:cs typeface="Nimbus Sans"/>
              </a:rPr>
              <a:t>Casos comunes: n = 18.234; misma especificación, umbral y escala de coeficientes.</a:t>
            </a:r>
          </a:p>
        </p:txBody>
      </p:sp>
      <p:sp>
        <p:nvSpPr>
          <p:cNvPr id="8" name="">
            <a:extLst xmlns:a="http://schemas.openxmlformats.org/drawingml/2006/main">
              <a:ext uri="{FF2B5EF4-FFF2-40B4-BE49-F238E27FC236}">
                <a16:creationId xmlns:a16="http://schemas.microsoft.com/office/drawing/2014/main" id="{C7FD5F20-D13B-41DA-942E-AC2454674E02}"/>
              </a:ext>
            </a:extLst>
          </p:cNvPr>
          <p:cNvSpPr>
            <a:spLocks xmlns:a="http://schemas.openxmlformats.org/drawingml/2006/main" noGrp="1"/>
          </p:cNvSpPr>
          <p:nvPr/>
        </p:nvSpPr>
        <p:spPr>
          <a:xfrm xmlns:a="http://schemas.openxmlformats.org/drawingml/2006/main">
            <a:off x="571500" y="58102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586873"/>
                </a:solidFill>
                <a:latin typeface="Nimbus Sans"/>
                <a:ea typeface="Nimbus Sans"/>
                <a:cs typeface="Nimbus Sans"/>
              </a:defRPr>
            </a:defPPr>
            <a:lvl1pPr algn="l">
              <a:defRPr sz="1800" b="0">
                <a:solidFill>
                  <a:srgbClr val="586873"/>
                </a:solidFill>
                <a:latin typeface="Nimbus Sans"/>
                <a:ea typeface="Nimbus Sans"/>
                <a:cs typeface="Nimbus Sans"/>
              </a:defRPr>
            </a:lvl1pPr>
            <a:lvl2pPr algn="l">
              <a:defRPr sz="1800" b="0">
                <a:solidFill>
                  <a:srgbClr val="586873"/>
                </a:solidFill>
                <a:latin typeface="Nimbus Sans"/>
                <a:ea typeface="Nimbus Sans"/>
                <a:cs typeface="Nimbus Sans"/>
              </a:defRPr>
            </a:lvl2pPr>
            <a:lvl3pPr algn="l">
              <a:defRPr sz="1800" b="0">
                <a:solidFill>
                  <a:srgbClr val="586873"/>
                </a:solidFill>
                <a:latin typeface="Nimbus Sans"/>
                <a:ea typeface="Nimbus Sans"/>
                <a:cs typeface="Nimbus Sans"/>
              </a:defRPr>
            </a:lvl3pPr>
            <a:lvl4pPr algn="l">
              <a:defRPr sz="1800" b="0">
                <a:solidFill>
                  <a:srgbClr val="586873"/>
                </a:solidFill>
                <a:latin typeface="Nimbus Sans"/>
                <a:ea typeface="Nimbus Sans"/>
                <a:cs typeface="Nimbus Sans"/>
              </a:defRPr>
            </a:lvl4pPr>
            <a:lvl5pPr algn="l">
              <a:defRPr sz="1800" b="0">
                <a:solidFill>
                  <a:srgbClr val="586873"/>
                </a:solidFill>
                <a:latin typeface="Nimbus Sans"/>
                <a:ea typeface="Nimbus Sans"/>
                <a:cs typeface="Nimbus Sans"/>
              </a:defRPr>
            </a:lvl5pPr>
            <a:lvl6pPr algn="l">
              <a:defRPr sz="1800" b="0">
                <a:solidFill>
                  <a:srgbClr val="586873"/>
                </a:solidFill>
                <a:latin typeface="Nimbus Sans"/>
                <a:ea typeface="Nimbus Sans"/>
                <a:cs typeface="Nimbus Sans"/>
              </a:defRPr>
            </a:lvl6pPr>
            <a:lvl7pPr algn="l">
              <a:defRPr sz="1800" b="0">
                <a:solidFill>
                  <a:srgbClr val="586873"/>
                </a:solidFill>
                <a:latin typeface="Nimbus Sans"/>
                <a:ea typeface="Nimbus Sans"/>
                <a:cs typeface="Nimbus Sans"/>
              </a:defRPr>
            </a:lvl7pPr>
            <a:lvl8pPr algn="l">
              <a:defRPr sz="1800" b="0">
                <a:solidFill>
                  <a:srgbClr val="586873"/>
                </a:solidFill>
                <a:latin typeface="Nimbus Sans"/>
                <a:ea typeface="Nimbus Sans"/>
                <a:cs typeface="Nimbus Sans"/>
              </a:defRPr>
            </a:lvl8pPr>
            <a:lvl9pPr algn="l">
              <a:defRPr sz="1800" b="0">
                <a:solidFill>
                  <a:srgbClr val="586873"/>
                </a:solidFill>
                <a:latin typeface="Nimbus Sans"/>
                <a:ea typeface="Nimbus Sans"/>
                <a:cs typeface="Nimbus Sans"/>
              </a:defRPr>
            </a:lvl9pPr>
          </a:lstStyle>
          <a:p xmlns:a="http://schemas.openxmlformats.org/drawingml/2006/main">
            <a:pPr algn="l">
              <a:defRPr sz="1800" b="0">
                <a:solidFill>
                  <a:srgbClr val="586873"/>
                </a:solidFill>
                <a:latin typeface="Nimbus Sans"/>
                <a:ea typeface="Nimbus Sans"/>
                <a:cs typeface="Nimbus Sans"/>
              </a:defRPr>
            </a:pPr>
            <a:r>
              <a:rPr sz="1800" b="0">
                <a:solidFill>
                  <a:srgbClr val="586873"/>
                </a:solidFill>
                <a:latin typeface="Nimbus Sans"/>
                <a:ea typeface="Nimbus Sans"/>
                <a:cs typeface="Nimbus Sans"/>
              </a:rPr>
              <a:t>El mayor AUC en una población reducida no demuestra superioridad sobre las 49 localidades.</a:t>
            </a:r>
          </a:p>
        </p:txBody>
      </p:sp>
    </p:spTree>
    <p:extLst>
      <p:ext uri="{BB962C8B-B14F-4D97-AF65-F5344CB8AC3E}">
        <p14:creationId xmlns:p14="http://schemas.microsoft.com/office/powerpoint/2010/main" val="2586904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10644E-F953-42C5-B1D5-D24958E0414F}"/>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274F93F2-BF6F-4AAE-9599-E5D99D796FCB}"/>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El bootstrap cambia la lectura de MaxTemp</a:t>
            </a:r>
          </a:p>
        </p:txBody>
      </p:sp>
      <p:sp>
        <p:nvSpPr>
          <p:cNvPr id="3" name="">
            <a:extLst xmlns:a="http://schemas.openxmlformats.org/drawingml/2006/main">
              <a:ext uri="{FF2B5EF4-FFF2-40B4-BE49-F238E27FC236}">
                <a16:creationId xmlns:a16="http://schemas.microsoft.com/office/drawing/2014/main" id="{76D9C77E-2BF8-4F98-842D-20B355925F16}"/>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65C163-6615-4B2B-9B5E-8D88A064EC35}"/>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Patricio Cortez  ·  07:30–08:20</a:t>
            </a:r>
          </a:p>
        </p:txBody>
      </p:sp>
      <p:sp>
        <p:nvSpPr>
          <p:cNvPr id="5" name="">
            <a:extLst xmlns:a="http://schemas.openxmlformats.org/drawingml/2006/main">
              <a:ext uri="{FF2B5EF4-FFF2-40B4-BE49-F238E27FC236}">
                <a16:creationId xmlns:a16="http://schemas.microsoft.com/office/drawing/2014/main" id="{2D87CE22-01EB-4D60-80EC-624FBC044D1C}"/>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10 / 12</a:t>
            </a:r>
          </a:p>
        </p:txBody>
      </p:sp>
      <p:graphicFrame>
        <p:nvGraphicFramePr>
          <p:cNvPr id="6" name="">
            <a:extLst xmlns:a="http://schemas.openxmlformats.org/drawingml/2006/main">
              <a:ext uri="{FF2B5EF4-FFF2-40B4-BE49-F238E27FC236}">
                <a16:creationId xmlns:a16="http://schemas.microsoft.com/office/drawing/2014/main" id="{87A9E45B-0E2A-4BD9-84D6-198CFA8A3A97}"/>
              </a:ext>
            </a:extLst>
          </p:cNvPr>
          <p:cNvGraphicFramePr/>
          <p:nvPr/>
        </p:nvGraphicFramePr>
        <p:xfrm>
          <a:off xmlns:a="http://schemas.openxmlformats.org/drawingml/2006/main" x="571500" y="1524000"/>
          <a:ext xmlns:a="http://schemas.openxmlformats.org/drawingml/2006/main" cx="11049000" cy="4286250"/>
        </p:xfrm>
        <a:graphic xmlns:a="http://schemas.openxmlformats.org/drawingml/2006/main">
          <a:graphicData uri="http://schemas.openxmlformats.org/drawingml/2006/table">
            <a:tbl>
              <a:tblPr/>
              <a:tblGrid>
                <a:gridCol w="3048000"/>
                <a:gridCol w="2000250"/>
                <a:gridCol w="3333750"/>
                <a:gridCol w="2667000"/>
              </a:tblGrid>
              <a:tr h="476250">
                <a:tc>
                  <a:txBody>
                    <a:bodyPr/>
                    <a:lstStyle/>
                    <a:p>
                      <a:pPr algn="l"/>
                      <a:r>
                        <a:rPr sz="1650" b="1">
                          <a:solidFill>
                            <a:srgbClr val="FFFFFF"/>
                          </a:solidFill>
                          <a:latin typeface="Nimbus Sans"/>
                          <a:ea typeface="Nimbus Sans"/>
                          <a:cs typeface="Nimbus Sans"/>
                        </a:rPr>
                        <a:t>Predictor</a:t>
                      </a:r>
                    </a:p>
                  </a:txBody>
                  <a:tcPr marL="114300" marR="114300" marT="76200" marB="76200" anchor="ctr">
                    <a:lnL w="9525">
                      <a:solidFill>
                        <a:srgbClr val="DBE3E8"/>
                      </a:solidFill>
                      <a:prstDash val="solid"/>
                    </a:lnL>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650" b="1">
                          <a:solidFill>
                            <a:srgbClr val="FFFFFF"/>
                          </a:solidFill>
                          <a:latin typeface="Nimbus Sans"/>
                          <a:ea typeface="Nimbus Sans"/>
                          <a:cs typeface="Nimbus Sans"/>
                        </a:rPr>
                        <a:t>OR por DE</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650" b="1">
                          <a:solidFill>
                            <a:srgbClr val="FFFFFF"/>
                          </a:solidFill>
                          <a:latin typeface="Nimbus Sans"/>
                          <a:ea typeface="Nimbus Sans"/>
                          <a:cs typeface="Nimbus Sans"/>
                        </a:rPr>
                        <a:t>IC bootstrap 95 %</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c>
                  <a:txBody>
                    <a:bodyPr/>
                    <a:lstStyle/>
                    <a:p>
                      <a:pPr algn="l"/>
                      <a:r>
                        <a:rPr sz="1650" b="1">
                          <a:solidFill>
                            <a:srgbClr val="FFFFFF"/>
                          </a:solidFill>
                          <a:latin typeface="Nimbus Sans"/>
                          <a:ea typeface="Nimbus Sans"/>
                          <a:cs typeface="Nimbus Sans"/>
                        </a:rPr>
                        <a:t>Signo conservado</a:t>
                      </a:r>
                    </a:p>
                  </a:txBody>
                  <a:tcPr marL="114300" marR="114300" marT="76200" marB="76200" anchor="ctr">
                    <a:lnR w="9525">
                      <a:solidFill>
                        <a:srgbClr val="DBE3E8"/>
                      </a:solidFill>
                      <a:prstDash val="solid"/>
                    </a:lnR>
                    <a:lnT w="9525">
                      <a:solidFill>
                        <a:srgbClr val="DBE3E8"/>
                      </a:solidFill>
                      <a:prstDash val="solid"/>
                    </a:lnT>
                    <a:lnB w="9525">
                      <a:solidFill>
                        <a:srgbClr val="DBE3E8"/>
                      </a:solidFill>
                      <a:prstDash val="solid"/>
                    </a:lnB>
                    <a:solidFill>
                      <a:srgbClr val="173B59"/>
                    </a:solidFill>
                  </a:tcPr>
                </a:tc>
              </a:tr>
              <a:tr h="476250">
                <a:tc>
                  <a:txBody>
                    <a:bodyPr/>
                    <a:lstStyle/>
                    <a:p>
                      <a:pPr algn="l"/>
                      <a:r>
                        <a:rPr sz="1650" b="0">
                          <a:solidFill>
                            <a:srgbClr val="203341"/>
                          </a:solidFill>
                          <a:latin typeface="Nimbus Sans"/>
                          <a:ea typeface="Nimbus Sans"/>
                          <a:cs typeface="Nimbus Sans"/>
                        </a:rPr>
                        <a:t>Humidity3pm</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2,465</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2,234 – 2,787</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100,0 %</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476250">
                <a:tc>
                  <a:txBody>
                    <a:bodyPr/>
                    <a:lstStyle/>
                    <a:p>
                      <a:pPr algn="l"/>
                      <a:r>
                        <a:rPr sz="1650" b="0">
                          <a:solidFill>
                            <a:srgbClr val="203341"/>
                          </a:solidFill>
                          <a:latin typeface="Nimbus Sans"/>
                          <a:ea typeface="Nimbus Sans"/>
                          <a:cs typeface="Nimbus Sans"/>
                        </a:rPr>
                        <a:t>WindGustSpeed</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1,596</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1,491 – 1,729</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100,0 %</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r h="476250">
                <a:tc>
                  <a:txBody>
                    <a:bodyPr/>
                    <a:lstStyle/>
                    <a:p>
                      <a:pPr algn="l"/>
                      <a:r>
                        <a:rPr sz="1650" b="0">
                          <a:solidFill>
                            <a:srgbClr val="203341"/>
                          </a:solidFill>
                          <a:latin typeface="Nimbus Sans"/>
                          <a:ea typeface="Nimbus Sans"/>
                          <a:cs typeface="Nimbus Sans"/>
                        </a:rPr>
                        <a:t>Pressure3pm</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0,615</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0,548 – 0,679</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100,0 %</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476250">
                <a:tc>
                  <a:txBody>
                    <a:bodyPr/>
                    <a:lstStyle/>
                    <a:p>
                      <a:pPr algn="l"/>
                      <a:r>
                        <a:rPr sz="1650" b="0">
                          <a:solidFill>
                            <a:srgbClr val="203341"/>
                          </a:solidFill>
                          <a:latin typeface="Nimbus Sans"/>
                          <a:ea typeface="Nimbus Sans"/>
                          <a:cs typeface="Nimbus Sans"/>
                        </a:rPr>
                        <a:t>Sunshine</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0,620</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0,577 – 0,670</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100,0 %</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r h="476250">
                <a:tc>
                  <a:txBody>
                    <a:bodyPr/>
                    <a:lstStyle/>
                    <a:p>
                      <a:pPr algn="l"/>
                      <a:r>
                        <a:rPr sz="1650" b="0">
                          <a:solidFill>
                            <a:srgbClr val="203341"/>
                          </a:solidFill>
                          <a:latin typeface="Nimbus Sans"/>
                          <a:ea typeface="Nimbus Sans"/>
                          <a:cs typeface="Nimbus Sans"/>
                        </a:rPr>
                        <a:t>log1p_Rainfall</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1,294</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1,214 – 1,360</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100,0 %</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476250">
                <a:tc>
                  <a:txBody>
                    <a:bodyPr/>
                    <a:lstStyle/>
                    <a:p>
                      <a:pPr algn="l"/>
                      <a:r>
                        <a:rPr sz="1650" b="0">
                          <a:solidFill>
                            <a:srgbClr val="203341"/>
                          </a:solidFill>
                          <a:latin typeface="Nimbus Sans"/>
                          <a:ea typeface="Nimbus Sans"/>
                          <a:cs typeface="Nimbus Sans"/>
                        </a:rPr>
                        <a:t>Cloud3pm</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1,213</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1,124 – 1,297</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100,0 %</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r h="476250">
                <a:tc>
                  <a:txBody>
                    <a:bodyPr/>
                    <a:lstStyle/>
                    <a:p>
                      <a:pPr algn="l"/>
                      <a:r>
                        <a:rPr sz="1650" b="0">
                          <a:solidFill>
                            <a:srgbClr val="203341"/>
                          </a:solidFill>
                          <a:latin typeface="Nimbus Sans"/>
                          <a:ea typeface="Nimbus Sans"/>
                          <a:cs typeface="Nimbus Sans"/>
                        </a:rPr>
                        <a:t>MaxTemp</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1,099</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0,966 – 1,237</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c>
                  <a:txBody>
                    <a:bodyPr/>
                    <a:lstStyle/>
                    <a:p>
                      <a:pPr algn="l"/>
                      <a:r>
                        <a:rPr sz="1650" b="0">
                          <a:solidFill>
                            <a:srgbClr val="203341"/>
                          </a:solidFill>
                          <a:latin typeface="Nimbus Sans"/>
                          <a:ea typeface="Nimbus Sans"/>
                          <a:cs typeface="Nimbus Sans"/>
                        </a:rPr>
                        <a:t>92,6 %</a:t>
                      </a:r>
                    </a:p>
                  </a:txBody>
                  <a:tcPr marL="114300" marR="114300" marT="76200" marB="76200" anchor="ctr">
                    <a:lnR w="9525">
                      <a:solidFill>
                        <a:srgbClr val="DBE3E8"/>
                      </a:solidFill>
                      <a:prstDash val="solid"/>
                    </a:lnR>
                    <a:lnB w="9525">
                      <a:solidFill>
                        <a:srgbClr val="DBE3E8"/>
                      </a:solidFill>
                      <a:prstDash val="solid"/>
                    </a:lnB>
                    <a:solidFill>
                      <a:srgbClr val="FFFFFF"/>
                    </a:solidFill>
                  </a:tcPr>
                </a:tc>
              </a:tr>
              <a:tr h="476250">
                <a:tc>
                  <a:txBody>
                    <a:bodyPr/>
                    <a:lstStyle/>
                    <a:p>
                      <a:pPr algn="l"/>
                      <a:r>
                        <a:rPr sz="1650" b="0">
                          <a:solidFill>
                            <a:srgbClr val="203341"/>
                          </a:solidFill>
                          <a:latin typeface="Nimbus Sans"/>
                          <a:ea typeface="Nimbus Sans"/>
                          <a:cs typeface="Nimbus Sans"/>
                        </a:rPr>
                        <a:t>Humidity9am</a:t>
                      </a:r>
                    </a:p>
                  </a:txBody>
                  <a:tcPr marL="114300" marR="114300" marT="76200" marB="76200" anchor="ctr">
                    <a:lnL w="9525">
                      <a:solidFill>
                        <a:srgbClr val="DBE3E8"/>
                      </a:solidFill>
                      <a:prstDash val="solid"/>
                    </a:lnL>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1,106</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1,011 – 1,213</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c>
                  <a:txBody>
                    <a:bodyPr/>
                    <a:lstStyle/>
                    <a:p>
                      <a:pPr algn="l"/>
                      <a:r>
                        <a:rPr sz="1650" b="0">
                          <a:solidFill>
                            <a:srgbClr val="203341"/>
                          </a:solidFill>
                          <a:latin typeface="Nimbus Sans"/>
                          <a:ea typeface="Nimbus Sans"/>
                          <a:cs typeface="Nimbus Sans"/>
                        </a:rPr>
                        <a:t>98,5 %</a:t>
                      </a:r>
                    </a:p>
                  </a:txBody>
                  <a:tcPr marL="114300" marR="114300" marT="76200" marB="76200" anchor="ctr">
                    <a:lnR w="9525">
                      <a:solidFill>
                        <a:srgbClr val="DBE3E8"/>
                      </a:solidFill>
                      <a:prstDash val="solid"/>
                    </a:lnR>
                    <a:lnB w="9525">
                      <a:solidFill>
                        <a:srgbClr val="DBE3E8"/>
                      </a:solidFill>
                      <a:prstDash val="solid"/>
                    </a:lnB>
                    <a:solidFill>
                      <a:srgbClr val="F1F5F7"/>
                    </a:solidFill>
                  </a:tcPr>
                </a:tc>
              </a:tr>
            </a:tbl>
          </a:graphicData>
        </a:graphic>
      </p:graphicFrame>
      <p:sp>
        <p:nvSpPr>
          <p:cNvPr id="7" name="">
            <a:extLst xmlns:a="http://schemas.openxmlformats.org/drawingml/2006/main">
              <a:ext uri="{FF2B5EF4-FFF2-40B4-BE49-F238E27FC236}">
                <a16:creationId xmlns:a16="http://schemas.microsoft.com/office/drawing/2014/main" id="{0964096E-535D-416A-8782-29FC267F044F}"/>
              </a:ext>
            </a:extLst>
          </p:cNvPr>
          <p:cNvSpPr>
            <a:spLocks xmlns:a="http://schemas.openxmlformats.org/drawingml/2006/main" noGrp="1"/>
          </p:cNvSpPr>
          <p:nvPr/>
        </p:nvSpPr>
        <p:spPr>
          <a:xfrm xmlns:a="http://schemas.openxmlformats.org/drawingml/2006/main">
            <a:off x="571500" y="59817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C77D24"/>
                </a:solidFill>
                <a:latin typeface="Nimbus Sans"/>
                <a:ea typeface="Nimbus Sans"/>
                <a:cs typeface="Nimbus Sans"/>
              </a:defRPr>
            </a:defPPr>
            <a:lvl1pPr algn="l">
              <a:defRPr sz="1725" b="1">
                <a:solidFill>
                  <a:srgbClr val="C77D24"/>
                </a:solidFill>
                <a:latin typeface="Nimbus Sans"/>
                <a:ea typeface="Nimbus Sans"/>
                <a:cs typeface="Nimbus Sans"/>
              </a:defRPr>
            </a:lvl1pPr>
            <a:lvl2pPr algn="l">
              <a:defRPr sz="1725" b="1">
                <a:solidFill>
                  <a:srgbClr val="C77D24"/>
                </a:solidFill>
                <a:latin typeface="Nimbus Sans"/>
                <a:ea typeface="Nimbus Sans"/>
                <a:cs typeface="Nimbus Sans"/>
              </a:defRPr>
            </a:lvl2pPr>
            <a:lvl3pPr algn="l">
              <a:defRPr sz="1725" b="1">
                <a:solidFill>
                  <a:srgbClr val="C77D24"/>
                </a:solidFill>
                <a:latin typeface="Nimbus Sans"/>
                <a:ea typeface="Nimbus Sans"/>
                <a:cs typeface="Nimbus Sans"/>
              </a:defRPr>
            </a:lvl3pPr>
            <a:lvl4pPr algn="l">
              <a:defRPr sz="1725" b="1">
                <a:solidFill>
                  <a:srgbClr val="C77D24"/>
                </a:solidFill>
                <a:latin typeface="Nimbus Sans"/>
                <a:ea typeface="Nimbus Sans"/>
                <a:cs typeface="Nimbus Sans"/>
              </a:defRPr>
            </a:lvl4pPr>
            <a:lvl5pPr algn="l">
              <a:defRPr sz="1725" b="1">
                <a:solidFill>
                  <a:srgbClr val="C77D24"/>
                </a:solidFill>
                <a:latin typeface="Nimbus Sans"/>
                <a:ea typeface="Nimbus Sans"/>
                <a:cs typeface="Nimbus Sans"/>
              </a:defRPr>
            </a:lvl5pPr>
            <a:lvl6pPr algn="l">
              <a:defRPr sz="1725" b="1">
                <a:solidFill>
                  <a:srgbClr val="C77D24"/>
                </a:solidFill>
                <a:latin typeface="Nimbus Sans"/>
                <a:ea typeface="Nimbus Sans"/>
                <a:cs typeface="Nimbus Sans"/>
              </a:defRPr>
            </a:lvl6pPr>
            <a:lvl7pPr algn="l">
              <a:defRPr sz="1725" b="1">
                <a:solidFill>
                  <a:srgbClr val="C77D24"/>
                </a:solidFill>
                <a:latin typeface="Nimbus Sans"/>
                <a:ea typeface="Nimbus Sans"/>
                <a:cs typeface="Nimbus Sans"/>
              </a:defRPr>
            </a:lvl7pPr>
            <a:lvl8pPr algn="l">
              <a:defRPr sz="1725" b="1">
                <a:solidFill>
                  <a:srgbClr val="C77D24"/>
                </a:solidFill>
                <a:latin typeface="Nimbus Sans"/>
                <a:ea typeface="Nimbus Sans"/>
                <a:cs typeface="Nimbus Sans"/>
              </a:defRPr>
            </a:lvl8pPr>
            <a:lvl9pPr algn="l">
              <a:defRPr sz="1725" b="1">
                <a:solidFill>
                  <a:srgbClr val="C77D24"/>
                </a:solidFill>
                <a:latin typeface="Nimbus Sans"/>
                <a:ea typeface="Nimbus Sans"/>
                <a:cs typeface="Nimbus Sans"/>
              </a:defRPr>
            </a:lvl9pPr>
          </a:lstStyle>
          <a:p xmlns:a="http://schemas.openxmlformats.org/drawingml/2006/main">
            <a:pPr algn="l">
              <a:defRPr sz="1725" b="1">
                <a:solidFill>
                  <a:srgbClr val="C77D24"/>
                </a:solidFill>
                <a:latin typeface="Nimbus Sans"/>
                <a:ea typeface="Nimbus Sans"/>
                <a:cs typeface="Nimbus Sans"/>
              </a:defRPr>
            </a:pPr>
            <a:r>
              <a:rPr sz="1725" b="1">
                <a:solidFill>
                  <a:srgbClr val="C77D24"/>
                </a:solidFill>
                <a:latin typeface="Nimbus Sans"/>
                <a:ea typeface="Nimbus Sans"/>
                <a:cs typeface="Nimbus Sans"/>
              </a:rPr>
              <a:t>2.000 remuestras por localidad. MaxTemp incluye OR = 1; el IC convencional lo excluye.</a:t>
            </a:r>
          </a:p>
        </p:txBody>
      </p:sp>
    </p:spTree>
    <p:extLst>
      <p:ext uri="{BB962C8B-B14F-4D97-AF65-F5344CB8AC3E}">
        <p14:creationId xmlns:p14="http://schemas.microsoft.com/office/powerpoint/2010/main" val="9035098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A201553-D17E-484E-A35F-4C631AE77ED8}"/>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C7D0AEDE-35B1-4307-86E2-854F18EF897D}"/>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La simulación responde una decisión explícita</a:t>
            </a:r>
          </a:p>
        </p:txBody>
      </p:sp>
      <p:sp>
        <p:nvSpPr>
          <p:cNvPr id="3" name="">
            <a:extLst xmlns:a="http://schemas.openxmlformats.org/drawingml/2006/main">
              <a:ext uri="{FF2B5EF4-FFF2-40B4-BE49-F238E27FC236}">
                <a16:creationId xmlns:a16="http://schemas.microsoft.com/office/drawing/2014/main" id="{A0DC2141-8043-4BE5-A193-BF5B7716D057}"/>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82E4E2-582F-41BB-B072-DD3C46BAC9E5}"/>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Patricio Cortez  ·  08:20–09:10</a:t>
            </a:r>
          </a:p>
        </p:txBody>
      </p:sp>
      <p:sp>
        <p:nvSpPr>
          <p:cNvPr id="5" name="">
            <a:extLst xmlns:a="http://schemas.openxmlformats.org/drawingml/2006/main">
              <a:ext uri="{FF2B5EF4-FFF2-40B4-BE49-F238E27FC236}">
                <a16:creationId xmlns:a16="http://schemas.microsoft.com/office/drawing/2014/main" id="{173005A7-2065-47C9-9601-AC15CEDB0FFC}"/>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11 / 12</a:t>
            </a:r>
          </a:p>
        </p:txBody>
      </p:sp>
      <p:graphicFrame>
        <p:nvGraphicFramePr>
          <p:cNvPr id="6" name="Chart">
            <a:extLst xmlns:a="http://schemas.openxmlformats.org/drawingml/2006/main">
              <a:ext uri="{FF2B5EF4-FFF2-40B4-BE49-F238E27FC236}">
                <a16:creationId xmlns:a16="http://schemas.microsoft.com/office/drawing/2014/main" id="{BD14A8C3-94C3-4BE3-8347-0FA4F3A14F7B}"/>
              </a:ext>
            </a:extLst>
          </p:cNvPr>
          <p:cNvGraphicFramePr/>
          <p:nvPr/>
        </p:nvGraphicFramePr>
        <p:xfrm>
          <a:off xmlns:a="http://schemas.openxmlformats.org/drawingml/2006/main" x="523875"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7a8c6faf7811426e"/>
          </a:graphicData>
        </a:graphic>
      </p:graphicFrame>
      <p:sp>
        <p:nvSpPr>
          <p:cNvPr id="7" name="">
            <a:extLst xmlns:a="http://schemas.openxmlformats.org/drawingml/2006/main">
              <a:ext uri="{FF2B5EF4-FFF2-40B4-BE49-F238E27FC236}">
                <a16:creationId xmlns:a16="http://schemas.microsoft.com/office/drawing/2014/main" id="{3D36040E-EC08-475A-8A3E-43CE69F3B88F}"/>
              </a:ext>
            </a:extLst>
          </p:cNvPr>
          <p:cNvSpPr>
            <a:spLocks xmlns:a="http://schemas.openxmlformats.org/drawingml/2006/main" noGrp="1"/>
          </p:cNvSpPr>
          <p:nvPr/>
        </p:nvSpPr>
        <p:spPr>
          <a:xfrm xmlns:a="http://schemas.openxmlformats.org/drawingml/2006/main">
            <a:off x="8048625" y="1971675"/>
            <a:ext cx="3476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73B59"/>
                </a:solidFill>
                <a:latin typeface="Nimbus Sans"/>
                <a:ea typeface="Nimbus Sans"/>
                <a:cs typeface="Nimbus Sans"/>
              </a:defRPr>
            </a:defPPr>
            <a:lvl1pPr algn="l">
              <a:defRPr sz="2175" b="1">
                <a:solidFill>
                  <a:srgbClr val="173B59"/>
                </a:solidFill>
                <a:latin typeface="Nimbus Sans"/>
                <a:ea typeface="Nimbus Sans"/>
                <a:cs typeface="Nimbus Sans"/>
              </a:defRPr>
            </a:lvl1pPr>
            <a:lvl2pPr algn="l">
              <a:defRPr sz="2175" b="1">
                <a:solidFill>
                  <a:srgbClr val="173B59"/>
                </a:solidFill>
                <a:latin typeface="Nimbus Sans"/>
                <a:ea typeface="Nimbus Sans"/>
                <a:cs typeface="Nimbus Sans"/>
              </a:defRPr>
            </a:lvl2pPr>
            <a:lvl3pPr algn="l">
              <a:defRPr sz="2175" b="1">
                <a:solidFill>
                  <a:srgbClr val="173B59"/>
                </a:solidFill>
                <a:latin typeface="Nimbus Sans"/>
                <a:ea typeface="Nimbus Sans"/>
                <a:cs typeface="Nimbus Sans"/>
              </a:defRPr>
            </a:lvl3pPr>
            <a:lvl4pPr algn="l">
              <a:defRPr sz="2175" b="1">
                <a:solidFill>
                  <a:srgbClr val="173B59"/>
                </a:solidFill>
                <a:latin typeface="Nimbus Sans"/>
                <a:ea typeface="Nimbus Sans"/>
                <a:cs typeface="Nimbus Sans"/>
              </a:defRPr>
            </a:lvl4pPr>
            <a:lvl5pPr algn="l">
              <a:defRPr sz="2175" b="1">
                <a:solidFill>
                  <a:srgbClr val="173B59"/>
                </a:solidFill>
                <a:latin typeface="Nimbus Sans"/>
                <a:ea typeface="Nimbus Sans"/>
                <a:cs typeface="Nimbus Sans"/>
              </a:defRPr>
            </a:lvl5pPr>
            <a:lvl6pPr algn="l">
              <a:defRPr sz="2175" b="1">
                <a:solidFill>
                  <a:srgbClr val="173B59"/>
                </a:solidFill>
                <a:latin typeface="Nimbus Sans"/>
                <a:ea typeface="Nimbus Sans"/>
                <a:cs typeface="Nimbus Sans"/>
              </a:defRPr>
            </a:lvl6pPr>
            <a:lvl7pPr algn="l">
              <a:defRPr sz="2175" b="1">
                <a:solidFill>
                  <a:srgbClr val="173B59"/>
                </a:solidFill>
                <a:latin typeface="Nimbus Sans"/>
                <a:ea typeface="Nimbus Sans"/>
                <a:cs typeface="Nimbus Sans"/>
              </a:defRPr>
            </a:lvl7pPr>
            <a:lvl8pPr algn="l">
              <a:defRPr sz="2175" b="1">
                <a:solidFill>
                  <a:srgbClr val="173B59"/>
                </a:solidFill>
                <a:latin typeface="Nimbus Sans"/>
                <a:ea typeface="Nimbus Sans"/>
                <a:cs typeface="Nimbus Sans"/>
              </a:defRPr>
            </a:lvl8pPr>
            <a:lvl9pPr algn="l">
              <a:defRPr sz="2175" b="1">
                <a:solidFill>
                  <a:srgbClr val="173B59"/>
                </a:solidFill>
                <a:latin typeface="Nimbus Sans"/>
                <a:ea typeface="Nimbus Sans"/>
                <a:cs typeface="Nimbus Sans"/>
              </a:defRPr>
            </a:lvl9pPr>
          </a:lstStyle>
          <a:p xmlns:a="http://schemas.openxmlformats.org/drawingml/2006/main">
            <a:pPr algn="l">
              <a:defRPr sz="2175" b="1">
                <a:solidFill>
                  <a:srgbClr val="173B59"/>
                </a:solidFill>
                <a:latin typeface="Nimbus Sans"/>
                <a:ea typeface="Nimbus Sans"/>
                <a:cs typeface="Nimbus Sans"/>
              </a:defRPr>
            </a:pPr>
            <a:r>
              <a:rPr sz="2175" b="1">
                <a:solidFill>
                  <a:srgbClr val="173B59"/>
                </a:solidFill>
                <a:latin typeface="Nimbus Sans"/>
                <a:ea typeface="Nimbus Sans"/>
                <a:cs typeface="Nimbus Sans"/>
              </a:rPr>
              <a:t>Capacidad 95 %</a:t>
            </a:r>
          </a:p>
        </p:txBody>
      </p:sp>
      <p:sp>
        <p:nvSpPr>
          <p:cNvPr id="8" name="">
            <a:extLst xmlns:a="http://schemas.openxmlformats.org/drawingml/2006/main">
              <a:ext uri="{FF2B5EF4-FFF2-40B4-BE49-F238E27FC236}">
                <a16:creationId xmlns:a16="http://schemas.microsoft.com/office/drawing/2014/main" id="{C3CAA4FE-6F8F-4FCA-9D27-F80DAA7379E4}"/>
              </a:ext>
            </a:extLst>
          </p:cNvPr>
          <p:cNvSpPr>
            <a:spLocks xmlns:a="http://schemas.openxmlformats.org/drawingml/2006/main" noGrp="1"/>
          </p:cNvSpPr>
          <p:nvPr/>
        </p:nvSpPr>
        <p:spPr>
          <a:xfrm xmlns:a="http://schemas.openxmlformats.org/drawingml/2006/main">
            <a:off x="8048625" y="2657475"/>
            <a:ext cx="3476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525" b="1">
                <a:solidFill>
                  <a:srgbClr val="138397"/>
                </a:solidFill>
                <a:latin typeface="Nimbus Sans"/>
                <a:ea typeface="Nimbus Sans"/>
                <a:cs typeface="Nimbus Sans"/>
              </a:defRPr>
            </a:defPPr>
            <a:lvl1pPr algn="l">
              <a:defRPr sz="3525" b="1">
                <a:solidFill>
                  <a:srgbClr val="138397"/>
                </a:solidFill>
                <a:latin typeface="Nimbus Sans"/>
                <a:ea typeface="Nimbus Sans"/>
                <a:cs typeface="Nimbus Sans"/>
              </a:defRPr>
            </a:lvl1pPr>
            <a:lvl2pPr algn="l">
              <a:defRPr sz="3525" b="1">
                <a:solidFill>
                  <a:srgbClr val="138397"/>
                </a:solidFill>
                <a:latin typeface="Nimbus Sans"/>
                <a:ea typeface="Nimbus Sans"/>
                <a:cs typeface="Nimbus Sans"/>
              </a:defRPr>
            </a:lvl2pPr>
            <a:lvl3pPr algn="l">
              <a:defRPr sz="3525" b="1">
                <a:solidFill>
                  <a:srgbClr val="138397"/>
                </a:solidFill>
                <a:latin typeface="Nimbus Sans"/>
                <a:ea typeface="Nimbus Sans"/>
                <a:cs typeface="Nimbus Sans"/>
              </a:defRPr>
            </a:lvl3pPr>
            <a:lvl4pPr algn="l">
              <a:defRPr sz="3525" b="1">
                <a:solidFill>
                  <a:srgbClr val="138397"/>
                </a:solidFill>
                <a:latin typeface="Nimbus Sans"/>
                <a:ea typeface="Nimbus Sans"/>
                <a:cs typeface="Nimbus Sans"/>
              </a:defRPr>
            </a:lvl4pPr>
            <a:lvl5pPr algn="l">
              <a:defRPr sz="3525" b="1">
                <a:solidFill>
                  <a:srgbClr val="138397"/>
                </a:solidFill>
                <a:latin typeface="Nimbus Sans"/>
                <a:ea typeface="Nimbus Sans"/>
                <a:cs typeface="Nimbus Sans"/>
              </a:defRPr>
            </a:lvl5pPr>
            <a:lvl6pPr algn="l">
              <a:defRPr sz="3525" b="1">
                <a:solidFill>
                  <a:srgbClr val="138397"/>
                </a:solidFill>
                <a:latin typeface="Nimbus Sans"/>
                <a:ea typeface="Nimbus Sans"/>
                <a:cs typeface="Nimbus Sans"/>
              </a:defRPr>
            </a:lvl6pPr>
            <a:lvl7pPr algn="l">
              <a:defRPr sz="3525" b="1">
                <a:solidFill>
                  <a:srgbClr val="138397"/>
                </a:solidFill>
                <a:latin typeface="Nimbus Sans"/>
                <a:ea typeface="Nimbus Sans"/>
                <a:cs typeface="Nimbus Sans"/>
              </a:defRPr>
            </a:lvl7pPr>
            <a:lvl8pPr algn="l">
              <a:defRPr sz="3525" b="1">
                <a:solidFill>
                  <a:srgbClr val="138397"/>
                </a:solidFill>
                <a:latin typeface="Nimbus Sans"/>
                <a:ea typeface="Nimbus Sans"/>
                <a:cs typeface="Nimbus Sans"/>
              </a:defRPr>
            </a:lvl8pPr>
            <a:lvl9pPr algn="l">
              <a:defRPr sz="3525" b="1">
                <a:solidFill>
                  <a:srgbClr val="138397"/>
                </a:solidFill>
                <a:latin typeface="Nimbus Sans"/>
                <a:ea typeface="Nimbus Sans"/>
                <a:cs typeface="Nimbus Sans"/>
              </a:defRPr>
            </a:lvl9pPr>
          </a:lstStyle>
          <a:p xmlns:a="http://schemas.openxmlformats.org/drawingml/2006/main">
            <a:pPr algn="l">
              <a:defRPr sz="3525" b="1">
                <a:solidFill>
                  <a:srgbClr val="138397"/>
                </a:solidFill>
                <a:latin typeface="Nimbus Sans"/>
                <a:ea typeface="Nimbus Sans"/>
                <a:cs typeface="Nimbus Sans"/>
              </a:defRPr>
            </a:pPr>
            <a:r>
              <a:rPr sz="3525" b="1">
                <a:solidFill>
                  <a:srgbClr val="138397"/>
                </a:solidFill>
                <a:latin typeface="Nimbus Sans"/>
                <a:ea typeface="Nimbus Sans"/>
                <a:cs typeface="Nimbus Sans"/>
              </a:rPr>
              <a:t>22 / 7 días</a:t>
            </a:r>
          </a:p>
        </p:txBody>
      </p:sp>
      <p:sp>
        <p:nvSpPr>
          <p:cNvPr id="9" name="">
            <a:extLst xmlns:a="http://schemas.openxmlformats.org/drawingml/2006/main">
              <a:ext uri="{FF2B5EF4-FFF2-40B4-BE49-F238E27FC236}">
                <a16:creationId xmlns:a16="http://schemas.microsoft.com/office/drawing/2014/main" id="{82D9D034-D486-4FC0-9C01-92510B8F1026}"/>
              </a:ext>
            </a:extLst>
          </p:cNvPr>
          <p:cNvSpPr>
            <a:spLocks xmlns:a="http://schemas.openxmlformats.org/drawingml/2006/main" noGrp="1"/>
          </p:cNvSpPr>
          <p:nvPr/>
        </p:nvSpPr>
        <p:spPr>
          <a:xfrm xmlns:a="http://schemas.openxmlformats.org/drawingml/2006/main">
            <a:off x="8048625" y="3829050"/>
            <a:ext cx="34766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203341"/>
                </a:solidFill>
                <a:latin typeface="Nimbus Sans"/>
                <a:ea typeface="Nimbus Sans"/>
                <a:cs typeface="Nimbus Sans"/>
              </a:defRPr>
            </a:defPPr>
            <a:lvl1pPr algn="l">
              <a:defRPr sz="1875" b="0">
                <a:solidFill>
                  <a:srgbClr val="203341"/>
                </a:solidFill>
                <a:latin typeface="Nimbus Sans"/>
                <a:ea typeface="Nimbus Sans"/>
                <a:cs typeface="Nimbus Sans"/>
              </a:defRPr>
            </a:lvl1pPr>
            <a:lvl2pPr algn="l">
              <a:defRPr sz="1875" b="0">
                <a:solidFill>
                  <a:srgbClr val="203341"/>
                </a:solidFill>
                <a:latin typeface="Nimbus Sans"/>
                <a:ea typeface="Nimbus Sans"/>
                <a:cs typeface="Nimbus Sans"/>
              </a:defRPr>
            </a:lvl2pPr>
            <a:lvl3pPr algn="l">
              <a:defRPr sz="1875" b="0">
                <a:solidFill>
                  <a:srgbClr val="203341"/>
                </a:solidFill>
                <a:latin typeface="Nimbus Sans"/>
                <a:ea typeface="Nimbus Sans"/>
                <a:cs typeface="Nimbus Sans"/>
              </a:defRPr>
            </a:lvl3pPr>
            <a:lvl4pPr algn="l">
              <a:defRPr sz="1875" b="0">
                <a:solidFill>
                  <a:srgbClr val="203341"/>
                </a:solidFill>
                <a:latin typeface="Nimbus Sans"/>
                <a:ea typeface="Nimbus Sans"/>
                <a:cs typeface="Nimbus Sans"/>
              </a:defRPr>
            </a:lvl4pPr>
            <a:lvl5pPr algn="l">
              <a:defRPr sz="1875" b="0">
                <a:solidFill>
                  <a:srgbClr val="203341"/>
                </a:solidFill>
                <a:latin typeface="Nimbus Sans"/>
                <a:ea typeface="Nimbus Sans"/>
                <a:cs typeface="Nimbus Sans"/>
              </a:defRPr>
            </a:lvl5pPr>
            <a:lvl6pPr algn="l">
              <a:defRPr sz="1875" b="0">
                <a:solidFill>
                  <a:srgbClr val="203341"/>
                </a:solidFill>
                <a:latin typeface="Nimbus Sans"/>
                <a:ea typeface="Nimbus Sans"/>
                <a:cs typeface="Nimbus Sans"/>
              </a:defRPr>
            </a:lvl6pPr>
            <a:lvl7pPr algn="l">
              <a:defRPr sz="1875" b="0">
                <a:solidFill>
                  <a:srgbClr val="203341"/>
                </a:solidFill>
                <a:latin typeface="Nimbus Sans"/>
                <a:ea typeface="Nimbus Sans"/>
                <a:cs typeface="Nimbus Sans"/>
              </a:defRPr>
            </a:lvl7pPr>
            <a:lvl8pPr algn="l">
              <a:defRPr sz="1875" b="0">
                <a:solidFill>
                  <a:srgbClr val="203341"/>
                </a:solidFill>
                <a:latin typeface="Nimbus Sans"/>
                <a:ea typeface="Nimbus Sans"/>
                <a:cs typeface="Nimbus Sans"/>
              </a:defRPr>
            </a:lvl8pPr>
            <a:lvl9pPr algn="l">
              <a:defRPr sz="1875" b="0">
                <a:solidFill>
                  <a:srgbClr val="203341"/>
                </a:solidFill>
                <a:latin typeface="Nimbus Sans"/>
                <a:ea typeface="Nimbus Sans"/>
                <a:cs typeface="Nimbus Sans"/>
              </a:defRPr>
            </a:lvl9pPr>
          </a:lstStyle>
          <a:p xmlns:a="http://schemas.openxmlformats.org/drawingml/2006/main">
            <a:pPr algn="l">
              <a:defRPr sz="1875" b="0">
                <a:solidFill>
                  <a:srgbClr val="203341"/>
                </a:solidFill>
                <a:latin typeface="Nimbus Sans"/>
                <a:ea typeface="Nimbus Sans"/>
                <a:cs typeface="Nimbus Sans"/>
              </a:defRPr>
            </a:pPr>
            <a:r>
              <a:rPr sz="1875" b="0">
                <a:solidFill>
                  <a:srgbClr val="203341"/>
                </a:solidFill>
                <a:latin typeface="Nimbus Sans"/>
                <a:ea typeface="Nimbus Sans"/>
                <a:cs typeface="Nimbus Sans"/>
              </a:rPr>
              <a:t>10.000 escenarios por grupo</a:t>
            </a:r>
          </a:p>
          <a:p xmlns:a="http://schemas.openxmlformats.org/drawingml/2006/main">
            <a:pPr algn="l">
              <a:defRPr sz="1875" b="0">
                <a:solidFill>
                  <a:srgbClr val="203341"/>
                </a:solidFill>
                <a:latin typeface="Nimbus Sans"/>
                <a:ea typeface="Nimbus Sans"/>
                <a:cs typeface="Nimbus Sans"/>
              </a:defRPr>
            </a:pPr>
            <a:r>
              <a:rPr sz="1875" b="0">
                <a:solidFill>
                  <a:srgbClr val="203341"/>
                </a:solidFill>
                <a:latin typeface="Nimbus Sans"/>
                <a:ea typeface="Nimbus Sans"/>
                <a:cs typeface="Nimbus Sans"/>
              </a:rPr>
              <a:t>Riesgo supuesto: 5 %</a:t>
            </a:r>
          </a:p>
        </p:txBody>
      </p:sp>
      <p:sp>
        <p:nvSpPr>
          <p:cNvPr id="10" name="">
            <a:extLst xmlns:a="http://schemas.openxmlformats.org/drawingml/2006/main">
              <a:ext uri="{FF2B5EF4-FFF2-40B4-BE49-F238E27FC236}">
                <a16:creationId xmlns:a16="http://schemas.microsoft.com/office/drawing/2014/main" id="{FE736CC1-0615-48BD-8131-09B5787CCE5A}"/>
              </a:ext>
            </a:extLst>
          </p:cNvPr>
          <p:cNvSpPr>
            <a:spLocks xmlns:a="http://schemas.openxmlformats.org/drawingml/2006/main" noGrp="1"/>
          </p:cNvSpPr>
          <p:nvPr/>
        </p:nvSpPr>
        <p:spPr>
          <a:xfrm xmlns:a="http://schemas.openxmlformats.org/drawingml/2006/main">
            <a:off x="8048625" y="5048250"/>
            <a:ext cx="3476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C77D24"/>
                </a:solidFill>
                <a:latin typeface="Nimbus Sans"/>
                <a:ea typeface="Nimbus Sans"/>
                <a:cs typeface="Nimbus Sans"/>
              </a:defRPr>
            </a:defPPr>
            <a:lvl1pPr algn="l">
              <a:defRPr sz="1875" b="0">
                <a:solidFill>
                  <a:srgbClr val="C77D24"/>
                </a:solidFill>
                <a:latin typeface="Nimbus Sans"/>
                <a:ea typeface="Nimbus Sans"/>
                <a:cs typeface="Nimbus Sans"/>
              </a:defRPr>
            </a:lvl1pPr>
            <a:lvl2pPr algn="l">
              <a:defRPr sz="1875" b="0">
                <a:solidFill>
                  <a:srgbClr val="C77D24"/>
                </a:solidFill>
                <a:latin typeface="Nimbus Sans"/>
                <a:ea typeface="Nimbus Sans"/>
                <a:cs typeface="Nimbus Sans"/>
              </a:defRPr>
            </a:lvl2pPr>
            <a:lvl3pPr algn="l">
              <a:defRPr sz="1875" b="0">
                <a:solidFill>
                  <a:srgbClr val="C77D24"/>
                </a:solidFill>
                <a:latin typeface="Nimbus Sans"/>
                <a:ea typeface="Nimbus Sans"/>
                <a:cs typeface="Nimbus Sans"/>
              </a:defRPr>
            </a:lvl3pPr>
            <a:lvl4pPr algn="l">
              <a:defRPr sz="1875" b="0">
                <a:solidFill>
                  <a:srgbClr val="C77D24"/>
                </a:solidFill>
                <a:latin typeface="Nimbus Sans"/>
                <a:ea typeface="Nimbus Sans"/>
                <a:cs typeface="Nimbus Sans"/>
              </a:defRPr>
            </a:lvl4pPr>
            <a:lvl5pPr algn="l">
              <a:defRPr sz="1875" b="0">
                <a:solidFill>
                  <a:srgbClr val="C77D24"/>
                </a:solidFill>
                <a:latin typeface="Nimbus Sans"/>
                <a:ea typeface="Nimbus Sans"/>
                <a:cs typeface="Nimbus Sans"/>
              </a:defRPr>
            </a:lvl5pPr>
            <a:lvl6pPr algn="l">
              <a:defRPr sz="1875" b="0">
                <a:solidFill>
                  <a:srgbClr val="C77D24"/>
                </a:solidFill>
                <a:latin typeface="Nimbus Sans"/>
                <a:ea typeface="Nimbus Sans"/>
                <a:cs typeface="Nimbus Sans"/>
              </a:defRPr>
            </a:lvl6pPr>
            <a:lvl7pPr algn="l">
              <a:defRPr sz="1875" b="0">
                <a:solidFill>
                  <a:srgbClr val="C77D24"/>
                </a:solidFill>
                <a:latin typeface="Nimbus Sans"/>
                <a:ea typeface="Nimbus Sans"/>
                <a:cs typeface="Nimbus Sans"/>
              </a:defRPr>
            </a:lvl7pPr>
            <a:lvl8pPr algn="l">
              <a:defRPr sz="1875" b="0">
                <a:solidFill>
                  <a:srgbClr val="C77D24"/>
                </a:solidFill>
                <a:latin typeface="Nimbus Sans"/>
                <a:ea typeface="Nimbus Sans"/>
                <a:cs typeface="Nimbus Sans"/>
              </a:defRPr>
            </a:lvl8pPr>
            <a:lvl9pPr algn="l">
              <a:defRPr sz="1875" b="0">
                <a:solidFill>
                  <a:srgbClr val="C77D24"/>
                </a:solidFill>
                <a:latin typeface="Nimbus Sans"/>
                <a:ea typeface="Nimbus Sans"/>
                <a:cs typeface="Nimbus Sans"/>
              </a:defRPr>
            </a:lvl9pPr>
          </a:lstStyle>
          <a:p xmlns:a="http://schemas.openxmlformats.org/drawingml/2006/main">
            <a:pPr algn="l">
              <a:defRPr sz="1875" b="0">
                <a:solidFill>
                  <a:srgbClr val="C77D24"/>
                </a:solidFill>
                <a:latin typeface="Nimbus Sans"/>
                <a:ea typeface="Nimbus Sans"/>
                <a:cs typeface="Nimbus Sans"/>
              </a:defRPr>
            </a:pPr>
            <a:r>
              <a:rPr sz="1875" b="0">
                <a:solidFill>
                  <a:srgbClr val="C77D24"/>
                </a:solidFill>
                <a:latin typeface="Nimbus Sans"/>
                <a:ea typeface="Nimbus Sans"/>
                <a:cs typeface="Nimbus Sans"/>
              </a:rPr>
              <a:t>Días iid y p fija:</a:t>
            </a:r>
          </a:p>
          <a:p xmlns:a="http://schemas.openxmlformats.org/drawingml/2006/main">
            <a:pPr algn="l">
              <a:defRPr sz="1875" b="0">
                <a:solidFill>
                  <a:srgbClr val="C77D24"/>
                </a:solidFill>
                <a:latin typeface="Nimbus Sans"/>
                <a:ea typeface="Nimbus Sans"/>
                <a:cs typeface="Nimbus Sans"/>
              </a:defRPr>
            </a:pPr>
            <a:r>
              <a:rPr sz="1875" b="0">
                <a:solidFill>
                  <a:srgbClr val="C77D24"/>
                </a:solidFill>
                <a:latin typeface="Nimbus Sans"/>
                <a:ea typeface="Nimbus Sans"/>
                <a:cs typeface="Nimbus Sans"/>
              </a:rPr>
              <a:t>no es pronóstico de fechas</a:t>
            </a:r>
          </a:p>
        </p:txBody>
      </p:sp>
      <p:sp>
        <p:nvSpPr>
          <p:cNvPr id="11" name="">
            <a:extLst xmlns:a="http://schemas.openxmlformats.org/drawingml/2006/main">
              <a:ext uri="{FF2B5EF4-FFF2-40B4-BE49-F238E27FC236}">
                <a16:creationId xmlns:a16="http://schemas.microsoft.com/office/drawing/2014/main" id="{F4E84365-4087-47B8-85B0-CCBF7BA43F96}"/>
              </a:ext>
            </a:extLst>
          </p:cNvPr>
          <p:cNvSpPr>
            <a:spLocks xmlns:a="http://schemas.openxmlformats.org/drawingml/2006/main" noGrp="1"/>
          </p:cNvSpPr>
          <p:nvPr/>
        </p:nvSpPr>
        <p:spPr>
          <a:xfrm xmlns:a="http://schemas.openxmlformats.org/drawingml/2006/main">
            <a:off x="571500" y="59436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586873"/>
                </a:solidFill>
                <a:latin typeface="Nimbus Sans"/>
                <a:ea typeface="Nimbus Sans"/>
                <a:cs typeface="Nimbus Sans"/>
              </a:defRPr>
            </a:defPPr>
            <a:lvl1pPr algn="l">
              <a:defRPr sz="1650" b="0">
                <a:solidFill>
                  <a:srgbClr val="586873"/>
                </a:solidFill>
                <a:latin typeface="Nimbus Sans"/>
                <a:ea typeface="Nimbus Sans"/>
                <a:cs typeface="Nimbus Sans"/>
              </a:defRPr>
            </a:lvl1pPr>
            <a:lvl2pPr algn="l">
              <a:defRPr sz="1650" b="0">
                <a:solidFill>
                  <a:srgbClr val="586873"/>
                </a:solidFill>
                <a:latin typeface="Nimbus Sans"/>
                <a:ea typeface="Nimbus Sans"/>
                <a:cs typeface="Nimbus Sans"/>
              </a:defRPr>
            </a:lvl2pPr>
            <a:lvl3pPr algn="l">
              <a:defRPr sz="1650" b="0">
                <a:solidFill>
                  <a:srgbClr val="586873"/>
                </a:solidFill>
                <a:latin typeface="Nimbus Sans"/>
                <a:ea typeface="Nimbus Sans"/>
                <a:cs typeface="Nimbus Sans"/>
              </a:defRPr>
            </a:lvl3pPr>
            <a:lvl4pPr algn="l">
              <a:defRPr sz="1650" b="0">
                <a:solidFill>
                  <a:srgbClr val="586873"/>
                </a:solidFill>
                <a:latin typeface="Nimbus Sans"/>
                <a:ea typeface="Nimbus Sans"/>
                <a:cs typeface="Nimbus Sans"/>
              </a:defRPr>
            </a:lvl4pPr>
            <a:lvl5pPr algn="l">
              <a:defRPr sz="1650" b="0">
                <a:solidFill>
                  <a:srgbClr val="586873"/>
                </a:solidFill>
                <a:latin typeface="Nimbus Sans"/>
                <a:ea typeface="Nimbus Sans"/>
                <a:cs typeface="Nimbus Sans"/>
              </a:defRPr>
            </a:lvl5pPr>
            <a:lvl6pPr algn="l">
              <a:defRPr sz="1650" b="0">
                <a:solidFill>
                  <a:srgbClr val="586873"/>
                </a:solidFill>
                <a:latin typeface="Nimbus Sans"/>
                <a:ea typeface="Nimbus Sans"/>
                <a:cs typeface="Nimbus Sans"/>
              </a:defRPr>
            </a:lvl6pPr>
            <a:lvl7pPr algn="l">
              <a:defRPr sz="1650" b="0">
                <a:solidFill>
                  <a:srgbClr val="586873"/>
                </a:solidFill>
                <a:latin typeface="Nimbus Sans"/>
                <a:ea typeface="Nimbus Sans"/>
                <a:cs typeface="Nimbus Sans"/>
              </a:defRPr>
            </a:lvl7pPr>
            <a:lvl8pPr algn="l">
              <a:defRPr sz="1650" b="0">
                <a:solidFill>
                  <a:srgbClr val="586873"/>
                </a:solidFill>
                <a:latin typeface="Nimbus Sans"/>
                <a:ea typeface="Nimbus Sans"/>
                <a:cs typeface="Nimbus Sans"/>
              </a:defRPr>
            </a:lvl8pPr>
            <a:lvl9pPr algn="l">
              <a:defRPr sz="1650" b="0">
                <a:solidFill>
                  <a:srgbClr val="586873"/>
                </a:solidFill>
                <a:latin typeface="Nimbus Sans"/>
                <a:ea typeface="Nimbus Sans"/>
                <a:cs typeface="Nimbus Sans"/>
              </a:defRPr>
            </a:lvl9pPr>
          </a:lstStyle>
          <a:p xmlns:a="http://schemas.openxmlformats.org/drawingml/2006/main">
            <a:pPr algn="l">
              <a:defRPr sz="1650" b="0">
                <a:solidFill>
                  <a:srgbClr val="586873"/>
                </a:solidFill>
                <a:latin typeface="Nimbus Sans"/>
                <a:ea typeface="Nimbus Sans"/>
                <a:cs typeface="Nimbus Sans"/>
              </a:defRPr>
            </a:pPr>
            <a:r>
              <a:rPr sz="1650" b="0">
                <a:solidFill>
                  <a:srgbClr val="586873"/>
                </a:solidFill>
                <a:latin typeface="Nimbus Sans"/>
                <a:ea typeface="Nimbus Sans"/>
                <a:cs typeface="Nimbus Sans"/>
              </a:rPr>
              <a:t>Ampliación S3 ante feedback de S2: incertidumbre → reserva de recursos bajo condiciones explícitas.</a:t>
            </a:r>
          </a:p>
        </p:txBody>
      </p:sp>
    </p:spTree>
    <p:extLst>
      <p:ext uri="{BB962C8B-B14F-4D97-AF65-F5344CB8AC3E}">
        <p14:creationId xmlns:p14="http://schemas.microsoft.com/office/powerpoint/2010/main" val="5080999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E72D99-355D-43ED-B107-552A1F1D2430}"/>
              </a:ext>
            </a:extLst>
          </p:cNvPr>
          <p:cNvSpPr>
            <a:spLocks xmlns:a="http://schemas.openxmlformats.org/drawingml/2006/main" noGrp="1"/>
          </p:cNvSpPr>
          <p:nvPr/>
        </p:nvSpPr>
        <p:spPr>
          <a:xfrm xmlns:a="http://schemas.openxmlformats.org/drawingml/2006/main">
            <a:off x="571500" y="1428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MCDI501  ·  SUMATIVA 3  ·  GRUPO 7</a:t>
            </a:r>
          </a:p>
        </p:txBody>
      </p:sp>
      <p:sp>
        <p:nvSpPr>
          <p:cNvPr id="2" name="">
            <a:extLst xmlns:a="http://schemas.openxmlformats.org/drawingml/2006/main">
              <a:ext uri="{FF2B5EF4-FFF2-40B4-BE49-F238E27FC236}">
                <a16:creationId xmlns:a16="http://schemas.microsoft.com/office/drawing/2014/main" id="{CA936FC4-C195-4C36-824C-BE3BBAFBEFC0}"/>
              </a:ext>
            </a:extLst>
          </p:cNvPr>
          <p:cNvSpPr>
            <a:spLocks xmlns:a="http://schemas.openxmlformats.org/drawingml/2006/main" noGrp="1"/>
          </p:cNvSpPr>
          <p:nvPr/>
        </p:nvSpPr>
        <p:spPr>
          <a:xfrm xmlns:a="http://schemas.openxmlformats.org/drawingml/2006/main">
            <a:off x="571500" y="523875"/>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73B59"/>
                </a:solidFill>
                <a:latin typeface="Nimbus Sans"/>
                <a:ea typeface="Nimbus Sans"/>
                <a:cs typeface="Nimbus Sans"/>
              </a:defRPr>
            </a:defPPr>
            <a:lvl1pPr algn="l">
              <a:defRPr sz="2850" b="1">
                <a:solidFill>
                  <a:srgbClr val="173B59"/>
                </a:solidFill>
                <a:latin typeface="Nimbus Sans"/>
                <a:ea typeface="Nimbus Sans"/>
                <a:cs typeface="Nimbus Sans"/>
              </a:defRPr>
            </a:lvl1pPr>
            <a:lvl2pPr algn="l">
              <a:defRPr sz="2850" b="1">
                <a:solidFill>
                  <a:srgbClr val="173B59"/>
                </a:solidFill>
                <a:latin typeface="Nimbus Sans"/>
                <a:ea typeface="Nimbus Sans"/>
                <a:cs typeface="Nimbus Sans"/>
              </a:defRPr>
            </a:lvl2pPr>
            <a:lvl3pPr algn="l">
              <a:defRPr sz="2850" b="1">
                <a:solidFill>
                  <a:srgbClr val="173B59"/>
                </a:solidFill>
                <a:latin typeface="Nimbus Sans"/>
                <a:ea typeface="Nimbus Sans"/>
                <a:cs typeface="Nimbus Sans"/>
              </a:defRPr>
            </a:lvl3pPr>
            <a:lvl4pPr algn="l">
              <a:defRPr sz="2850" b="1">
                <a:solidFill>
                  <a:srgbClr val="173B59"/>
                </a:solidFill>
                <a:latin typeface="Nimbus Sans"/>
                <a:ea typeface="Nimbus Sans"/>
                <a:cs typeface="Nimbus Sans"/>
              </a:defRPr>
            </a:lvl4pPr>
            <a:lvl5pPr algn="l">
              <a:defRPr sz="2850" b="1">
                <a:solidFill>
                  <a:srgbClr val="173B59"/>
                </a:solidFill>
                <a:latin typeface="Nimbus Sans"/>
                <a:ea typeface="Nimbus Sans"/>
                <a:cs typeface="Nimbus Sans"/>
              </a:defRPr>
            </a:lvl5pPr>
            <a:lvl6pPr algn="l">
              <a:defRPr sz="2850" b="1">
                <a:solidFill>
                  <a:srgbClr val="173B59"/>
                </a:solidFill>
                <a:latin typeface="Nimbus Sans"/>
                <a:ea typeface="Nimbus Sans"/>
                <a:cs typeface="Nimbus Sans"/>
              </a:defRPr>
            </a:lvl6pPr>
            <a:lvl7pPr algn="l">
              <a:defRPr sz="2850" b="1">
                <a:solidFill>
                  <a:srgbClr val="173B59"/>
                </a:solidFill>
                <a:latin typeface="Nimbus Sans"/>
                <a:ea typeface="Nimbus Sans"/>
                <a:cs typeface="Nimbus Sans"/>
              </a:defRPr>
            </a:lvl7pPr>
            <a:lvl8pPr algn="l">
              <a:defRPr sz="2850" b="1">
                <a:solidFill>
                  <a:srgbClr val="173B59"/>
                </a:solidFill>
                <a:latin typeface="Nimbus Sans"/>
                <a:ea typeface="Nimbus Sans"/>
                <a:cs typeface="Nimbus Sans"/>
              </a:defRPr>
            </a:lvl8pPr>
            <a:lvl9pPr algn="l">
              <a:defRPr sz="2850" b="1">
                <a:solidFill>
                  <a:srgbClr val="173B59"/>
                </a:solidFill>
                <a:latin typeface="Nimbus Sans"/>
                <a:ea typeface="Nimbus Sans"/>
                <a:cs typeface="Nimbus Sans"/>
              </a:defRPr>
            </a:lvl9pPr>
          </a:lstStyle>
          <a:p xmlns:a="http://schemas.openxmlformats.org/drawingml/2006/main">
            <a:pPr algn="l">
              <a:defRPr sz="2850" b="1">
                <a:solidFill>
                  <a:srgbClr val="173B59"/>
                </a:solidFill>
                <a:latin typeface="Nimbus Sans"/>
                <a:ea typeface="Nimbus Sans"/>
                <a:cs typeface="Nimbus Sans"/>
              </a:defRPr>
            </a:pPr>
            <a:r>
              <a:rPr sz="2850" b="1">
                <a:solidFill>
                  <a:srgbClr val="173B59"/>
                </a:solidFill>
                <a:latin typeface="Nimbus Sans"/>
                <a:ea typeface="Nimbus Sans"/>
                <a:cs typeface="Nimbus Sans"/>
              </a:rPr>
              <a:t>Recomendaciones y límites del cierre</a:t>
            </a:r>
          </a:p>
        </p:txBody>
      </p:sp>
      <p:sp>
        <p:nvSpPr>
          <p:cNvPr id="3" name="">
            <a:extLst xmlns:a="http://schemas.openxmlformats.org/drawingml/2006/main">
              <a:ext uri="{FF2B5EF4-FFF2-40B4-BE49-F238E27FC236}">
                <a16:creationId xmlns:a16="http://schemas.microsoft.com/office/drawing/2014/main" id="{3342A707-77BD-42F6-BBBD-8C8121882026}"/>
              </a:ext>
            </a:extLst>
          </p:cNvPr>
          <p:cNvSpPr>
            <a:spLocks xmlns:a="http://schemas.openxmlformats.org/drawingml/2006/main" noGrp="1"/>
          </p:cNvSpPr>
          <p:nvPr/>
        </p:nvSpPr>
        <p:spPr>
          <a:xfrm xmlns:a="http://schemas.openxmlformats.org/drawingml/2006/main">
            <a:off x="571500" y="1381125"/>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8BF97B-55E4-43E9-A94F-4A4C209D9107}"/>
              </a:ext>
            </a:extLst>
          </p:cNvPr>
          <p:cNvSpPr>
            <a:spLocks xmlns:a="http://schemas.openxmlformats.org/drawingml/2006/main" noGrp="1"/>
          </p:cNvSpPr>
          <p:nvPr/>
        </p:nvSpPr>
        <p:spPr>
          <a:xfrm xmlns:a="http://schemas.openxmlformats.org/drawingml/2006/main">
            <a:off x="571500" y="6438900"/>
            <a:ext cx="971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86873"/>
                </a:solidFill>
                <a:latin typeface="Nimbus Sans"/>
                <a:ea typeface="Nimbus Sans"/>
                <a:cs typeface="Nimbus Sans"/>
              </a:defRPr>
            </a:defPPr>
            <a:lvl1pPr algn="l">
              <a:defRPr sz="1125" b="0">
                <a:solidFill>
                  <a:srgbClr val="586873"/>
                </a:solidFill>
                <a:latin typeface="Nimbus Sans"/>
                <a:ea typeface="Nimbus Sans"/>
                <a:cs typeface="Nimbus Sans"/>
              </a:defRPr>
            </a:lvl1pPr>
            <a:lvl2pPr algn="l">
              <a:defRPr sz="1125" b="0">
                <a:solidFill>
                  <a:srgbClr val="586873"/>
                </a:solidFill>
                <a:latin typeface="Nimbus Sans"/>
                <a:ea typeface="Nimbus Sans"/>
                <a:cs typeface="Nimbus Sans"/>
              </a:defRPr>
            </a:lvl2pPr>
            <a:lvl3pPr algn="l">
              <a:defRPr sz="1125" b="0">
                <a:solidFill>
                  <a:srgbClr val="586873"/>
                </a:solidFill>
                <a:latin typeface="Nimbus Sans"/>
                <a:ea typeface="Nimbus Sans"/>
                <a:cs typeface="Nimbus Sans"/>
              </a:defRPr>
            </a:lvl3pPr>
            <a:lvl4pPr algn="l">
              <a:defRPr sz="1125" b="0">
                <a:solidFill>
                  <a:srgbClr val="586873"/>
                </a:solidFill>
                <a:latin typeface="Nimbus Sans"/>
                <a:ea typeface="Nimbus Sans"/>
                <a:cs typeface="Nimbus Sans"/>
              </a:defRPr>
            </a:lvl4pPr>
            <a:lvl5pPr algn="l">
              <a:defRPr sz="1125" b="0">
                <a:solidFill>
                  <a:srgbClr val="586873"/>
                </a:solidFill>
                <a:latin typeface="Nimbus Sans"/>
                <a:ea typeface="Nimbus Sans"/>
                <a:cs typeface="Nimbus Sans"/>
              </a:defRPr>
            </a:lvl5pPr>
            <a:lvl6pPr algn="l">
              <a:defRPr sz="1125" b="0">
                <a:solidFill>
                  <a:srgbClr val="586873"/>
                </a:solidFill>
                <a:latin typeface="Nimbus Sans"/>
                <a:ea typeface="Nimbus Sans"/>
                <a:cs typeface="Nimbus Sans"/>
              </a:defRPr>
            </a:lvl6pPr>
            <a:lvl7pPr algn="l">
              <a:defRPr sz="1125" b="0">
                <a:solidFill>
                  <a:srgbClr val="586873"/>
                </a:solidFill>
                <a:latin typeface="Nimbus Sans"/>
                <a:ea typeface="Nimbus Sans"/>
                <a:cs typeface="Nimbus Sans"/>
              </a:defRPr>
            </a:lvl7pPr>
            <a:lvl8pPr algn="l">
              <a:defRPr sz="1125" b="0">
                <a:solidFill>
                  <a:srgbClr val="586873"/>
                </a:solidFill>
                <a:latin typeface="Nimbus Sans"/>
                <a:ea typeface="Nimbus Sans"/>
                <a:cs typeface="Nimbus Sans"/>
              </a:defRPr>
            </a:lvl8pPr>
            <a:lvl9pPr algn="l">
              <a:defRPr sz="1125" b="0">
                <a:solidFill>
                  <a:srgbClr val="586873"/>
                </a:solidFill>
                <a:latin typeface="Nimbus Sans"/>
                <a:ea typeface="Nimbus Sans"/>
                <a:cs typeface="Nimbus Sans"/>
              </a:defRPr>
            </a:lvl9pPr>
          </a:lstStyle>
          <a:p xmlns:a="http://schemas.openxmlformats.org/drawingml/2006/main">
            <a:pPr algn="l">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Patricio Cortez  ·  09:10–10:00</a:t>
            </a:r>
          </a:p>
        </p:txBody>
      </p:sp>
      <p:sp>
        <p:nvSpPr>
          <p:cNvPr id="5" name="">
            <a:extLst xmlns:a="http://schemas.openxmlformats.org/drawingml/2006/main">
              <a:ext uri="{FF2B5EF4-FFF2-40B4-BE49-F238E27FC236}">
                <a16:creationId xmlns:a16="http://schemas.microsoft.com/office/drawing/2014/main" id="{2EA6FA8C-DDAA-45A4-8837-3AE07870F890}"/>
              </a:ext>
            </a:extLst>
          </p:cNvPr>
          <p:cNvSpPr>
            <a:spLocks xmlns:a="http://schemas.openxmlformats.org/drawingml/2006/main" noGrp="1"/>
          </p:cNvSpPr>
          <p:nvPr/>
        </p:nvSpPr>
        <p:spPr>
          <a:xfrm xmlns:a="http://schemas.openxmlformats.org/drawingml/2006/main">
            <a:off x="10668000" y="6438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0">
                <a:solidFill>
                  <a:srgbClr val="586873"/>
                </a:solidFill>
                <a:latin typeface="Nimbus Sans"/>
                <a:ea typeface="Nimbus Sans"/>
                <a:cs typeface="Nimbus Sans"/>
              </a:defRPr>
            </a:defPPr>
            <a:lvl1pPr algn="r">
              <a:defRPr sz="1125" b="0">
                <a:solidFill>
                  <a:srgbClr val="586873"/>
                </a:solidFill>
                <a:latin typeface="Nimbus Sans"/>
                <a:ea typeface="Nimbus Sans"/>
                <a:cs typeface="Nimbus Sans"/>
              </a:defRPr>
            </a:lvl1pPr>
            <a:lvl2pPr algn="r">
              <a:defRPr sz="1125" b="0">
                <a:solidFill>
                  <a:srgbClr val="586873"/>
                </a:solidFill>
                <a:latin typeface="Nimbus Sans"/>
                <a:ea typeface="Nimbus Sans"/>
                <a:cs typeface="Nimbus Sans"/>
              </a:defRPr>
            </a:lvl2pPr>
            <a:lvl3pPr algn="r">
              <a:defRPr sz="1125" b="0">
                <a:solidFill>
                  <a:srgbClr val="586873"/>
                </a:solidFill>
                <a:latin typeface="Nimbus Sans"/>
                <a:ea typeface="Nimbus Sans"/>
                <a:cs typeface="Nimbus Sans"/>
              </a:defRPr>
            </a:lvl3pPr>
            <a:lvl4pPr algn="r">
              <a:defRPr sz="1125" b="0">
                <a:solidFill>
                  <a:srgbClr val="586873"/>
                </a:solidFill>
                <a:latin typeface="Nimbus Sans"/>
                <a:ea typeface="Nimbus Sans"/>
                <a:cs typeface="Nimbus Sans"/>
              </a:defRPr>
            </a:lvl4pPr>
            <a:lvl5pPr algn="r">
              <a:defRPr sz="1125" b="0">
                <a:solidFill>
                  <a:srgbClr val="586873"/>
                </a:solidFill>
                <a:latin typeface="Nimbus Sans"/>
                <a:ea typeface="Nimbus Sans"/>
                <a:cs typeface="Nimbus Sans"/>
              </a:defRPr>
            </a:lvl5pPr>
            <a:lvl6pPr algn="r">
              <a:defRPr sz="1125" b="0">
                <a:solidFill>
                  <a:srgbClr val="586873"/>
                </a:solidFill>
                <a:latin typeface="Nimbus Sans"/>
                <a:ea typeface="Nimbus Sans"/>
                <a:cs typeface="Nimbus Sans"/>
              </a:defRPr>
            </a:lvl6pPr>
            <a:lvl7pPr algn="r">
              <a:defRPr sz="1125" b="0">
                <a:solidFill>
                  <a:srgbClr val="586873"/>
                </a:solidFill>
                <a:latin typeface="Nimbus Sans"/>
                <a:ea typeface="Nimbus Sans"/>
                <a:cs typeface="Nimbus Sans"/>
              </a:defRPr>
            </a:lvl7pPr>
            <a:lvl8pPr algn="r">
              <a:defRPr sz="1125" b="0">
                <a:solidFill>
                  <a:srgbClr val="586873"/>
                </a:solidFill>
                <a:latin typeface="Nimbus Sans"/>
                <a:ea typeface="Nimbus Sans"/>
                <a:cs typeface="Nimbus Sans"/>
              </a:defRPr>
            </a:lvl8pPr>
            <a:lvl9pPr algn="r">
              <a:defRPr sz="1125" b="0">
                <a:solidFill>
                  <a:srgbClr val="586873"/>
                </a:solidFill>
                <a:latin typeface="Nimbus Sans"/>
                <a:ea typeface="Nimbus Sans"/>
                <a:cs typeface="Nimbus Sans"/>
              </a:defRPr>
            </a:lvl9pPr>
          </a:lstStyle>
          <a:p xmlns:a="http://schemas.openxmlformats.org/drawingml/2006/main">
            <a:pPr algn="r">
              <a:defRPr sz="1125" b="0">
                <a:solidFill>
                  <a:srgbClr val="586873"/>
                </a:solidFill>
                <a:latin typeface="Nimbus Sans"/>
                <a:ea typeface="Nimbus Sans"/>
                <a:cs typeface="Nimbus Sans"/>
              </a:defRPr>
            </a:pPr>
            <a:r>
              <a:rPr sz="1125" b="0">
                <a:solidFill>
                  <a:srgbClr val="586873"/>
                </a:solidFill>
                <a:latin typeface="Nimbus Sans"/>
                <a:ea typeface="Nimbus Sans"/>
                <a:cs typeface="Nimbus Sans"/>
              </a:rPr>
              <a:t>12 / 12</a:t>
            </a:r>
          </a:p>
        </p:txBody>
      </p:sp>
      <p:sp>
        <p:nvSpPr>
          <p:cNvPr id="6" name="">
            <a:extLst xmlns:a="http://schemas.openxmlformats.org/drawingml/2006/main">
              <a:ext uri="{FF2B5EF4-FFF2-40B4-BE49-F238E27FC236}">
                <a16:creationId xmlns:a16="http://schemas.microsoft.com/office/drawing/2014/main" id="{B1434F37-AD58-4A94-AB43-3E528E911FA5}"/>
              </a:ext>
            </a:extLst>
          </p:cNvPr>
          <p:cNvSpPr>
            <a:spLocks xmlns:a="http://schemas.openxmlformats.org/drawingml/2006/main" noGrp="1"/>
          </p:cNvSpPr>
          <p:nvPr/>
        </p:nvSpPr>
        <p:spPr>
          <a:xfrm xmlns:a="http://schemas.openxmlformats.org/drawingml/2006/main">
            <a:off x="571500" y="1866900"/>
            <a:ext cx="52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138397"/>
                </a:solidFill>
                <a:latin typeface="Nimbus Sans"/>
                <a:ea typeface="Nimbus Sans"/>
                <a:cs typeface="Nimbus Sans"/>
              </a:defRPr>
            </a:defPPr>
            <a:lvl1pPr algn="l">
              <a:defRPr sz="3450" b="1">
                <a:solidFill>
                  <a:srgbClr val="138397"/>
                </a:solidFill>
                <a:latin typeface="Nimbus Sans"/>
                <a:ea typeface="Nimbus Sans"/>
                <a:cs typeface="Nimbus Sans"/>
              </a:defRPr>
            </a:lvl1pPr>
            <a:lvl2pPr algn="l">
              <a:defRPr sz="3450" b="1">
                <a:solidFill>
                  <a:srgbClr val="138397"/>
                </a:solidFill>
                <a:latin typeface="Nimbus Sans"/>
                <a:ea typeface="Nimbus Sans"/>
                <a:cs typeface="Nimbus Sans"/>
              </a:defRPr>
            </a:lvl2pPr>
            <a:lvl3pPr algn="l">
              <a:defRPr sz="3450" b="1">
                <a:solidFill>
                  <a:srgbClr val="138397"/>
                </a:solidFill>
                <a:latin typeface="Nimbus Sans"/>
                <a:ea typeface="Nimbus Sans"/>
                <a:cs typeface="Nimbus Sans"/>
              </a:defRPr>
            </a:lvl3pPr>
            <a:lvl4pPr algn="l">
              <a:defRPr sz="3450" b="1">
                <a:solidFill>
                  <a:srgbClr val="138397"/>
                </a:solidFill>
                <a:latin typeface="Nimbus Sans"/>
                <a:ea typeface="Nimbus Sans"/>
                <a:cs typeface="Nimbus Sans"/>
              </a:defRPr>
            </a:lvl4pPr>
            <a:lvl5pPr algn="l">
              <a:defRPr sz="3450" b="1">
                <a:solidFill>
                  <a:srgbClr val="138397"/>
                </a:solidFill>
                <a:latin typeface="Nimbus Sans"/>
                <a:ea typeface="Nimbus Sans"/>
                <a:cs typeface="Nimbus Sans"/>
              </a:defRPr>
            </a:lvl5pPr>
            <a:lvl6pPr algn="l">
              <a:defRPr sz="3450" b="1">
                <a:solidFill>
                  <a:srgbClr val="138397"/>
                </a:solidFill>
                <a:latin typeface="Nimbus Sans"/>
                <a:ea typeface="Nimbus Sans"/>
                <a:cs typeface="Nimbus Sans"/>
              </a:defRPr>
            </a:lvl6pPr>
            <a:lvl7pPr algn="l">
              <a:defRPr sz="3450" b="1">
                <a:solidFill>
                  <a:srgbClr val="138397"/>
                </a:solidFill>
                <a:latin typeface="Nimbus Sans"/>
                <a:ea typeface="Nimbus Sans"/>
                <a:cs typeface="Nimbus Sans"/>
              </a:defRPr>
            </a:lvl7pPr>
            <a:lvl8pPr algn="l">
              <a:defRPr sz="3450" b="1">
                <a:solidFill>
                  <a:srgbClr val="138397"/>
                </a:solidFill>
                <a:latin typeface="Nimbus Sans"/>
                <a:ea typeface="Nimbus Sans"/>
                <a:cs typeface="Nimbus Sans"/>
              </a:defRPr>
            </a:lvl8pPr>
            <a:lvl9pPr algn="l">
              <a:defRPr sz="3450" b="1">
                <a:solidFill>
                  <a:srgbClr val="138397"/>
                </a:solidFill>
                <a:latin typeface="Nimbus Sans"/>
                <a:ea typeface="Nimbus Sans"/>
                <a:cs typeface="Nimbus Sans"/>
              </a:defRPr>
            </a:lvl9pPr>
          </a:lstStyle>
          <a:p xmlns:a="http://schemas.openxmlformats.org/drawingml/2006/main">
            <a:pPr algn="l">
              <a:defRPr sz="3450" b="1">
                <a:solidFill>
                  <a:srgbClr val="138397"/>
                </a:solidFill>
                <a:latin typeface="Nimbus Sans"/>
                <a:ea typeface="Nimbus Sans"/>
                <a:cs typeface="Nimbus Sans"/>
              </a:defRPr>
            </a:pPr>
            <a:r>
              <a:rPr sz="3450" b="1">
                <a:solidFill>
                  <a:srgbClr val="138397"/>
                </a:solidFill>
                <a:latin typeface="Nimbus Sans"/>
                <a:ea typeface="Nimbus Sans"/>
                <a:cs typeface="Nimbus Sans"/>
              </a:rPr>
              <a:t>1</a:t>
            </a:r>
          </a:p>
        </p:txBody>
      </p:sp>
      <p:sp>
        <p:nvSpPr>
          <p:cNvPr id="7" name="">
            <a:extLst xmlns:a="http://schemas.openxmlformats.org/drawingml/2006/main">
              <a:ext uri="{FF2B5EF4-FFF2-40B4-BE49-F238E27FC236}">
                <a16:creationId xmlns:a16="http://schemas.microsoft.com/office/drawing/2014/main" id="{8E767260-9015-4FE5-9061-0D839C55E236}"/>
              </a:ext>
            </a:extLst>
          </p:cNvPr>
          <p:cNvSpPr>
            <a:spLocks xmlns:a="http://schemas.openxmlformats.org/drawingml/2006/main" noGrp="1"/>
          </p:cNvSpPr>
          <p:nvPr/>
        </p:nvSpPr>
        <p:spPr>
          <a:xfrm xmlns:a="http://schemas.openxmlformats.org/drawingml/2006/main">
            <a:off x="1381125" y="1838325"/>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173B59"/>
                </a:solidFill>
                <a:latin typeface="Nimbus Sans"/>
                <a:ea typeface="Nimbus Sans"/>
                <a:cs typeface="Nimbus Sans"/>
              </a:defRPr>
            </a:defPPr>
            <a:lvl1pPr algn="l">
              <a:defRPr sz="2400" b="1">
                <a:solidFill>
                  <a:srgbClr val="173B59"/>
                </a:solidFill>
                <a:latin typeface="Nimbus Sans"/>
                <a:ea typeface="Nimbus Sans"/>
                <a:cs typeface="Nimbus Sans"/>
              </a:defRPr>
            </a:lvl1pPr>
            <a:lvl2pPr algn="l">
              <a:defRPr sz="2400" b="1">
                <a:solidFill>
                  <a:srgbClr val="173B59"/>
                </a:solidFill>
                <a:latin typeface="Nimbus Sans"/>
                <a:ea typeface="Nimbus Sans"/>
                <a:cs typeface="Nimbus Sans"/>
              </a:defRPr>
            </a:lvl2pPr>
            <a:lvl3pPr algn="l">
              <a:defRPr sz="2400" b="1">
                <a:solidFill>
                  <a:srgbClr val="173B59"/>
                </a:solidFill>
                <a:latin typeface="Nimbus Sans"/>
                <a:ea typeface="Nimbus Sans"/>
                <a:cs typeface="Nimbus Sans"/>
              </a:defRPr>
            </a:lvl3pPr>
            <a:lvl4pPr algn="l">
              <a:defRPr sz="2400" b="1">
                <a:solidFill>
                  <a:srgbClr val="173B59"/>
                </a:solidFill>
                <a:latin typeface="Nimbus Sans"/>
                <a:ea typeface="Nimbus Sans"/>
                <a:cs typeface="Nimbus Sans"/>
              </a:defRPr>
            </a:lvl4pPr>
            <a:lvl5pPr algn="l">
              <a:defRPr sz="2400" b="1">
                <a:solidFill>
                  <a:srgbClr val="173B59"/>
                </a:solidFill>
                <a:latin typeface="Nimbus Sans"/>
                <a:ea typeface="Nimbus Sans"/>
                <a:cs typeface="Nimbus Sans"/>
              </a:defRPr>
            </a:lvl5pPr>
            <a:lvl6pPr algn="l">
              <a:defRPr sz="2400" b="1">
                <a:solidFill>
                  <a:srgbClr val="173B59"/>
                </a:solidFill>
                <a:latin typeface="Nimbus Sans"/>
                <a:ea typeface="Nimbus Sans"/>
                <a:cs typeface="Nimbus Sans"/>
              </a:defRPr>
            </a:lvl6pPr>
            <a:lvl7pPr algn="l">
              <a:defRPr sz="2400" b="1">
                <a:solidFill>
                  <a:srgbClr val="173B59"/>
                </a:solidFill>
                <a:latin typeface="Nimbus Sans"/>
                <a:ea typeface="Nimbus Sans"/>
                <a:cs typeface="Nimbus Sans"/>
              </a:defRPr>
            </a:lvl7pPr>
            <a:lvl8pPr algn="l">
              <a:defRPr sz="2400" b="1">
                <a:solidFill>
                  <a:srgbClr val="173B59"/>
                </a:solidFill>
                <a:latin typeface="Nimbus Sans"/>
                <a:ea typeface="Nimbus Sans"/>
                <a:cs typeface="Nimbus Sans"/>
              </a:defRPr>
            </a:lvl8pPr>
            <a:lvl9pPr algn="l">
              <a:defRPr sz="2400" b="1">
                <a:solidFill>
                  <a:srgbClr val="173B59"/>
                </a:solidFill>
                <a:latin typeface="Nimbus Sans"/>
                <a:ea typeface="Nimbus Sans"/>
                <a:cs typeface="Nimbus Sans"/>
              </a:defRPr>
            </a:lvl9pPr>
          </a:lstStyle>
          <a:p xmlns:a="http://schemas.openxmlformats.org/drawingml/2006/main">
            <a:pPr algn="l">
              <a:defRPr sz="2400" b="1">
                <a:solidFill>
                  <a:srgbClr val="173B59"/>
                </a:solidFill>
                <a:latin typeface="Nimbus Sans"/>
                <a:ea typeface="Nimbus Sans"/>
                <a:cs typeface="Nimbus Sans"/>
              </a:defRPr>
            </a:pPr>
            <a:r>
              <a:rPr sz="2400" b="1">
                <a:solidFill>
                  <a:srgbClr val="173B59"/>
                </a:solidFill>
                <a:latin typeface="Nimbus Sans"/>
                <a:ea typeface="Nimbus Sans"/>
                <a:cs typeface="Nimbus Sans"/>
              </a:rPr>
              <a:t>Detectar lluvia y comunicar el costo en falsas alertas</a:t>
            </a:r>
          </a:p>
        </p:txBody>
      </p:sp>
      <p:sp>
        <p:nvSpPr>
          <p:cNvPr id="8" name="">
            <a:extLst xmlns:a="http://schemas.openxmlformats.org/drawingml/2006/main">
              <a:ext uri="{FF2B5EF4-FFF2-40B4-BE49-F238E27FC236}">
                <a16:creationId xmlns:a16="http://schemas.microsoft.com/office/drawing/2014/main" id="{0F6F4E95-B090-4D9A-B4DB-9FA971506086}"/>
              </a:ext>
            </a:extLst>
          </p:cNvPr>
          <p:cNvSpPr>
            <a:spLocks xmlns:a="http://schemas.openxmlformats.org/drawingml/2006/main" noGrp="1"/>
          </p:cNvSpPr>
          <p:nvPr/>
        </p:nvSpPr>
        <p:spPr>
          <a:xfrm xmlns:a="http://schemas.openxmlformats.org/drawingml/2006/main">
            <a:off x="571500" y="2924175"/>
            <a:ext cx="52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138397"/>
                </a:solidFill>
                <a:latin typeface="Nimbus Sans"/>
                <a:ea typeface="Nimbus Sans"/>
                <a:cs typeface="Nimbus Sans"/>
              </a:defRPr>
            </a:defPPr>
            <a:lvl1pPr algn="l">
              <a:defRPr sz="3450" b="1">
                <a:solidFill>
                  <a:srgbClr val="138397"/>
                </a:solidFill>
                <a:latin typeface="Nimbus Sans"/>
                <a:ea typeface="Nimbus Sans"/>
                <a:cs typeface="Nimbus Sans"/>
              </a:defRPr>
            </a:lvl1pPr>
            <a:lvl2pPr algn="l">
              <a:defRPr sz="3450" b="1">
                <a:solidFill>
                  <a:srgbClr val="138397"/>
                </a:solidFill>
                <a:latin typeface="Nimbus Sans"/>
                <a:ea typeface="Nimbus Sans"/>
                <a:cs typeface="Nimbus Sans"/>
              </a:defRPr>
            </a:lvl2pPr>
            <a:lvl3pPr algn="l">
              <a:defRPr sz="3450" b="1">
                <a:solidFill>
                  <a:srgbClr val="138397"/>
                </a:solidFill>
                <a:latin typeface="Nimbus Sans"/>
                <a:ea typeface="Nimbus Sans"/>
                <a:cs typeface="Nimbus Sans"/>
              </a:defRPr>
            </a:lvl3pPr>
            <a:lvl4pPr algn="l">
              <a:defRPr sz="3450" b="1">
                <a:solidFill>
                  <a:srgbClr val="138397"/>
                </a:solidFill>
                <a:latin typeface="Nimbus Sans"/>
                <a:ea typeface="Nimbus Sans"/>
                <a:cs typeface="Nimbus Sans"/>
              </a:defRPr>
            </a:lvl4pPr>
            <a:lvl5pPr algn="l">
              <a:defRPr sz="3450" b="1">
                <a:solidFill>
                  <a:srgbClr val="138397"/>
                </a:solidFill>
                <a:latin typeface="Nimbus Sans"/>
                <a:ea typeface="Nimbus Sans"/>
                <a:cs typeface="Nimbus Sans"/>
              </a:defRPr>
            </a:lvl5pPr>
            <a:lvl6pPr algn="l">
              <a:defRPr sz="3450" b="1">
                <a:solidFill>
                  <a:srgbClr val="138397"/>
                </a:solidFill>
                <a:latin typeface="Nimbus Sans"/>
                <a:ea typeface="Nimbus Sans"/>
                <a:cs typeface="Nimbus Sans"/>
              </a:defRPr>
            </a:lvl6pPr>
            <a:lvl7pPr algn="l">
              <a:defRPr sz="3450" b="1">
                <a:solidFill>
                  <a:srgbClr val="138397"/>
                </a:solidFill>
                <a:latin typeface="Nimbus Sans"/>
                <a:ea typeface="Nimbus Sans"/>
                <a:cs typeface="Nimbus Sans"/>
              </a:defRPr>
            </a:lvl7pPr>
            <a:lvl8pPr algn="l">
              <a:defRPr sz="3450" b="1">
                <a:solidFill>
                  <a:srgbClr val="138397"/>
                </a:solidFill>
                <a:latin typeface="Nimbus Sans"/>
                <a:ea typeface="Nimbus Sans"/>
                <a:cs typeface="Nimbus Sans"/>
              </a:defRPr>
            </a:lvl8pPr>
            <a:lvl9pPr algn="l">
              <a:defRPr sz="3450" b="1">
                <a:solidFill>
                  <a:srgbClr val="138397"/>
                </a:solidFill>
                <a:latin typeface="Nimbus Sans"/>
                <a:ea typeface="Nimbus Sans"/>
                <a:cs typeface="Nimbus Sans"/>
              </a:defRPr>
            </a:lvl9pPr>
          </a:lstStyle>
          <a:p xmlns:a="http://schemas.openxmlformats.org/drawingml/2006/main">
            <a:pPr algn="l">
              <a:defRPr sz="3450" b="1">
                <a:solidFill>
                  <a:srgbClr val="138397"/>
                </a:solidFill>
                <a:latin typeface="Nimbus Sans"/>
                <a:ea typeface="Nimbus Sans"/>
                <a:cs typeface="Nimbus Sans"/>
              </a:defRPr>
            </a:pPr>
            <a:r>
              <a:rPr sz="3450" b="1">
                <a:solidFill>
                  <a:srgbClr val="138397"/>
                </a:solidFill>
                <a:latin typeface="Nimbus Sans"/>
                <a:ea typeface="Nimbus Sans"/>
                <a:cs typeface="Nimbus Sans"/>
              </a:rPr>
              <a:t>2</a:t>
            </a:r>
          </a:p>
        </p:txBody>
      </p:sp>
      <p:sp>
        <p:nvSpPr>
          <p:cNvPr id="9" name="">
            <a:extLst xmlns:a="http://schemas.openxmlformats.org/drawingml/2006/main">
              <a:ext uri="{FF2B5EF4-FFF2-40B4-BE49-F238E27FC236}">
                <a16:creationId xmlns:a16="http://schemas.microsoft.com/office/drawing/2014/main" id="{EA47911D-5D5A-4C57-9DE0-247105437800}"/>
              </a:ext>
            </a:extLst>
          </p:cNvPr>
          <p:cNvSpPr>
            <a:spLocks xmlns:a="http://schemas.openxmlformats.org/drawingml/2006/main" noGrp="1"/>
          </p:cNvSpPr>
          <p:nvPr/>
        </p:nvSpPr>
        <p:spPr>
          <a:xfrm xmlns:a="http://schemas.openxmlformats.org/drawingml/2006/main">
            <a:off x="1381125" y="291465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173B59"/>
                </a:solidFill>
                <a:latin typeface="Nimbus Sans"/>
                <a:ea typeface="Nimbus Sans"/>
                <a:cs typeface="Nimbus Sans"/>
              </a:defRPr>
            </a:defPPr>
            <a:lvl1pPr algn="l">
              <a:defRPr sz="2400" b="1">
                <a:solidFill>
                  <a:srgbClr val="173B59"/>
                </a:solidFill>
                <a:latin typeface="Nimbus Sans"/>
                <a:ea typeface="Nimbus Sans"/>
                <a:cs typeface="Nimbus Sans"/>
              </a:defRPr>
            </a:lvl1pPr>
            <a:lvl2pPr algn="l">
              <a:defRPr sz="2400" b="1">
                <a:solidFill>
                  <a:srgbClr val="173B59"/>
                </a:solidFill>
                <a:latin typeface="Nimbus Sans"/>
                <a:ea typeface="Nimbus Sans"/>
                <a:cs typeface="Nimbus Sans"/>
              </a:defRPr>
            </a:lvl2pPr>
            <a:lvl3pPr algn="l">
              <a:defRPr sz="2400" b="1">
                <a:solidFill>
                  <a:srgbClr val="173B59"/>
                </a:solidFill>
                <a:latin typeface="Nimbus Sans"/>
                <a:ea typeface="Nimbus Sans"/>
                <a:cs typeface="Nimbus Sans"/>
              </a:defRPr>
            </a:lvl3pPr>
            <a:lvl4pPr algn="l">
              <a:defRPr sz="2400" b="1">
                <a:solidFill>
                  <a:srgbClr val="173B59"/>
                </a:solidFill>
                <a:latin typeface="Nimbus Sans"/>
                <a:ea typeface="Nimbus Sans"/>
                <a:cs typeface="Nimbus Sans"/>
              </a:defRPr>
            </a:lvl4pPr>
            <a:lvl5pPr algn="l">
              <a:defRPr sz="2400" b="1">
                <a:solidFill>
                  <a:srgbClr val="173B59"/>
                </a:solidFill>
                <a:latin typeface="Nimbus Sans"/>
                <a:ea typeface="Nimbus Sans"/>
                <a:cs typeface="Nimbus Sans"/>
              </a:defRPr>
            </a:lvl5pPr>
            <a:lvl6pPr algn="l">
              <a:defRPr sz="2400" b="1">
                <a:solidFill>
                  <a:srgbClr val="173B59"/>
                </a:solidFill>
                <a:latin typeface="Nimbus Sans"/>
                <a:ea typeface="Nimbus Sans"/>
                <a:cs typeface="Nimbus Sans"/>
              </a:defRPr>
            </a:lvl6pPr>
            <a:lvl7pPr algn="l">
              <a:defRPr sz="2400" b="1">
                <a:solidFill>
                  <a:srgbClr val="173B59"/>
                </a:solidFill>
                <a:latin typeface="Nimbus Sans"/>
                <a:ea typeface="Nimbus Sans"/>
                <a:cs typeface="Nimbus Sans"/>
              </a:defRPr>
            </a:lvl7pPr>
            <a:lvl8pPr algn="l">
              <a:defRPr sz="2400" b="1">
                <a:solidFill>
                  <a:srgbClr val="173B59"/>
                </a:solidFill>
                <a:latin typeface="Nimbus Sans"/>
                <a:ea typeface="Nimbus Sans"/>
                <a:cs typeface="Nimbus Sans"/>
              </a:defRPr>
            </a:lvl8pPr>
            <a:lvl9pPr algn="l">
              <a:defRPr sz="2400" b="1">
                <a:solidFill>
                  <a:srgbClr val="173B59"/>
                </a:solidFill>
                <a:latin typeface="Nimbus Sans"/>
                <a:ea typeface="Nimbus Sans"/>
                <a:cs typeface="Nimbus Sans"/>
              </a:defRPr>
            </a:lvl9pPr>
          </a:lstStyle>
          <a:p xmlns:a="http://schemas.openxmlformats.org/drawingml/2006/main">
            <a:pPr algn="l">
              <a:defRPr sz="2400" b="1">
                <a:solidFill>
                  <a:srgbClr val="173B59"/>
                </a:solidFill>
                <a:latin typeface="Nimbus Sans"/>
                <a:ea typeface="Nimbus Sans"/>
                <a:cs typeface="Nimbus Sans"/>
              </a:defRPr>
            </a:pPr>
            <a:r>
              <a:rPr sz="2400" b="1">
                <a:solidFill>
                  <a:srgbClr val="173B59"/>
                </a:solidFill>
                <a:latin typeface="Nimbus Sans"/>
                <a:ea typeface="Nimbus Sans"/>
                <a:cs typeface="Nimbus Sans"/>
              </a:rPr>
              <a:t>Conservar sensibilidad de imputación y revisar Sunshine</a:t>
            </a:r>
          </a:p>
        </p:txBody>
      </p:sp>
      <p:sp>
        <p:nvSpPr>
          <p:cNvPr id="10" name="">
            <a:extLst xmlns:a="http://schemas.openxmlformats.org/drawingml/2006/main">
              <a:ext uri="{FF2B5EF4-FFF2-40B4-BE49-F238E27FC236}">
                <a16:creationId xmlns:a16="http://schemas.microsoft.com/office/drawing/2014/main" id="{1E207AD9-AD71-415A-A985-47FB4BB51749}"/>
              </a:ext>
            </a:extLst>
          </p:cNvPr>
          <p:cNvSpPr>
            <a:spLocks xmlns:a="http://schemas.openxmlformats.org/drawingml/2006/main" noGrp="1"/>
          </p:cNvSpPr>
          <p:nvPr/>
        </p:nvSpPr>
        <p:spPr>
          <a:xfrm xmlns:a="http://schemas.openxmlformats.org/drawingml/2006/main">
            <a:off x="571500" y="3981450"/>
            <a:ext cx="52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138397"/>
                </a:solidFill>
                <a:latin typeface="Nimbus Sans"/>
                <a:ea typeface="Nimbus Sans"/>
                <a:cs typeface="Nimbus Sans"/>
              </a:defRPr>
            </a:defPPr>
            <a:lvl1pPr algn="l">
              <a:defRPr sz="3450" b="1">
                <a:solidFill>
                  <a:srgbClr val="138397"/>
                </a:solidFill>
                <a:latin typeface="Nimbus Sans"/>
                <a:ea typeface="Nimbus Sans"/>
                <a:cs typeface="Nimbus Sans"/>
              </a:defRPr>
            </a:lvl1pPr>
            <a:lvl2pPr algn="l">
              <a:defRPr sz="3450" b="1">
                <a:solidFill>
                  <a:srgbClr val="138397"/>
                </a:solidFill>
                <a:latin typeface="Nimbus Sans"/>
                <a:ea typeface="Nimbus Sans"/>
                <a:cs typeface="Nimbus Sans"/>
              </a:defRPr>
            </a:lvl2pPr>
            <a:lvl3pPr algn="l">
              <a:defRPr sz="3450" b="1">
                <a:solidFill>
                  <a:srgbClr val="138397"/>
                </a:solidFill>
                <a:latin typeface="Nimbus Sans"/>
                <a:ea typeface="Nimbus Sans"/>
                <a:cs typeface="Nimbus Sans"/>
              </a:defRPr>
            </a:lvl3pPr>
            <a:lvl4pPr algn="l">
              <a:defRPr sz="3450" b="1">
                <a:solidFill>
                  <a:srgbClr val="138397"/>
                </a:solidFill>
                <a:latin typeface="Nimbus Sans"/>
                <a:ea typeface="Nimbus Sans"/>
                <a:cs typeface="Nimbus Sans"/>
              </a:defRPr>
            </a:lvl4pPr>
            <a:lvl5pPr algn="l">
              <a:defRPr sz="3450" b="1">
                <a:solidFill>
                  <a:srgbClr val="138397"/>
                </a:solidFill>
                <a:latin typeface="Nimbus Sans"/>
                <a:ea typeface="Nimbus Sans"/>
                <a:cs typeface="Nimbus Sans"/>
              </a:defRPr>
            </a:lvl5pPr>
            <a:lvl6pPr algn="l">
              <a:defRPr sz="3450" b="1">
                <a:solidFill>
                  <a:srgbClr val="138397"/>
                </a:solidFill>
                <a:latin typeface="Nimbus Sans"/>
                <a:ea typeface="Nimbus Sans"/>
                <a:cs typeface="Nimbus Sans"/>
              </a:defRPr>
            </a:lvl6pPr>
            <a:lvl7pPr algn="l">
              <a:defRPr sz="3450" b="1">
                <a:solidFill>
                  <a:srgbClr val="138397"/>
                </a:solidFill>
                <a:latin typeface="Nimbus Sans"/>
                <a:ea typeface="Nimbus Sans"/>
                <a:cs typeface="Nimbus Sans"/>
              </a:defRPr>
            </a:lvl7pPr>
            <a:lvl8pPr algn="l">
              <a:defRPr sz="3450" b="1">
                <a:solidFill>
                  <a:srgbClr val="138397"/>
                </a:solidFill>
                <a:latin typeface="Nimbus Sans"/>
                <a:ea typeface="Nimbus Sans"/>
                <a:cs typeface="Nimbus Sans"/>
              </a:defRPr>
            </a:lvl8pPr>
            <a:lvl9pPr algn="l">
              <a:defRPr sz="3450" b="1">
                <a:solidFill>
                  <a:srgbClr val="138397"/>
                </a:solidFill>
                <a:latin typeface="Nimbus Sans"/>
                <a:ea typeface="Nimbus Sans"/>
                <a:cs typeface="Nimbus Sans"/>
              </a:defRPr>
            </a:lvl9pPr>
          </a:lstStyle>
          <a:p xmlns:a="http://schemas.openxmlformats.org/drawingml/2006/main">
            <a:pPr algn="l">
              <a:defRPr sz="3450" b="1">
                <a:solidFill>
                  <a:srgbClr val="138397"/>
                </a:solidFill>
                <a:latin typeface="Nimbus Sans"/>
                <a:ea typeface="Nimbus Sans"/>
                <a:cs typeface="Nimbus Sans"/>
              </a:defRPr>
            </a:pPr>
            <a:r>
              <a:rPr sz="3450" b="1">
                <a:solidFill>
                  <a:srgbClr val="138397"/>
                </a:solidFill>
                <a:latin typeface="Nimbus Sans"/>
                <a:ea typeface="Nimbus Sans"/>
                <a:cs typeface="Nimbus Sans"/>
              </a:rPr>
              <a:t>3</a:t>
            </a:r>
          </a:p>
        </p:txBody>
      </p:sp>
      <p:sp>
        <p:nvSpPr>
          <p:cNvPr id="11" name="">
            <a:extLst xmlns:a="http://schemas.openxmlformats.org/drawingml/2006/main">
              <a:ext uri="{FF2B5EF4-FFF2-40B4-BE49-F238E27FC236}">
                <a16:creationId xmlns:a16="http://schemas.microsoft.com/office/drawing/2014/main" id="{765C5C48-1943-4033-A7A9-C47AF4F9A473}"/>
              </a:ext>
            </a:extLst>
          </p:cNvPr>
          <p:cNvSpPr>
            <a:spLocks xmlns:a="http://schemas.openxmlformats.org/drawingml/2006/main" noGrp="1"/>
          </p:cNvSpPr>
          <p:nvPr/>
        </p:nvSpPr>
        <p:spPr>
          <a:xfrm xmlns:a="http://schemas.openxmlformats.org/drawingml/2006/main">
            <a:off x="1381125" y="3971925"/>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173B59"/>
                </a:solidFill>
                <a:latin typeface="Nimbus Sans"/>
                <a:ea typeface="Nimbus Sans"/>
                <a:cs typeface="Nimbus Sans"/>
              </a:defRPr>
            </a:defPPr>
            <a:lvl1pPr algn="l">
              <a:defRPr sz="2400" b="1">
                <a:solidFill>
                  <a:srgbClr val="173B59"/>
                </a:solidFill>
                <a:latin typeface="Nimbus Sans"/>
                <a:ea typeface="Nimbus Sans"/>
                <a:cs typeface="Nimbus Sans"/>
              </a:defRPr>
            </a:lvl1pPr>
            <a:lvl2pPr algn="l">
              <a:defRPr sz="2400" b="1">
                <a:solidFill>
                  <a:srgbClr val="173B59"/>
                </a:solidFill>
                <a:latin typeface="Nimbus Sans"/>
                <a:ea typeface="Nimbus Sans"/>
                <a:cs typeface="Nimbus Sans"/>
              </a:defRPr>
            </a:lvl2pPr>
            <a:lvl3pPr algn="l">
              <a:defRPr sz="2400" b="1">
                <a:solidFill>
                  <a:srgbClr val="173B59"/>
                </a:solidFill>
                <a:latin typeface="Nimbus Sans"/>
                <a:ea typeface="Nimbus Sans"/>
                <a:cs typeface="Nimbus Sans"/>
              </a:defRPr>
            </a:lvl3pPr>
            <a:lvl4pPr algn="l">
              <a:defRPr sz="2400" b="1">
                <a:solidFill>
                  <a:srgbClr val="173B59"/>
                </a:solidFill>
                <a:latin typeface="Nimbus Sans"/>
                <a:ea typeface="Nimbus Sans"/>
                <a:cs typeface="Nimbus Sans"/>
              </a:defRPr>
            </a:lvl4pPr>
            <a:lvl5pPr algn="l">
              <a:defRPr sz="2400" b="1">
                <a:solidFill>
                  <a:srgbClr val="173B59"/>
                </a:solidFill>
                <a:latin typeface="Nimbus Sans"/>
                <a:ea typeface="Nimbus Sans"/>
                <a:cs typeface="Nimbus Sans"/>
              </a:defRPr>
            </a:lvl5pPr>
            <a:lvl6pPr algn="l">
              <a:defRPr sz="2400" b="1">
                <a:solidFill>
                  <a:srgbClr val="173B59"/>
                </a:solidFill>
                <a:latin typeface="Nimbus Sans"/>
                <a:ea typeface="Nimbus Sans"/>
                <a:cs typeface="Nimbus Sans"/>
              </a:defRPr>
            </a:lvl6pPr>
            <a:lvl7pPr algn="l">
              <a:defRPr sz="2400" b="1">
                <a:solidFill>
                  <a:srgbClr val="173B59"/>
                </a:solidFill>
                <a:latin typeface="Nimbus Sans"/>
                <a:ea typeface="Nimbus Sans"/>
                <a:cs typeface="Nimbus Sans"/>
              </a:defRPr>
            </a:lvl7pPr>
            <a:lvl8pPr algn="l">
              <a:defRPr sz="2400" b="1">
                <a:solidFill>
                  <a:srgbClr val="173B59"/>
                </a:solidFill>
                <a:latin typeface="Nimbus Sans"/>
                <a:ea typeface="Nimbus Sans"/>
                <a:cs typeface="Nimbus Sans"/>
              </a:defRPr>
            </a:lvl8pPr>
            <a:lvl9pPr algn="l">
              <a:defRPr sz="2400" b="1">
                <a:solidFill>
                  <a:srgbClr val="173B59"/>
                </a:solidFill>
                <a:latin typeface="Nimbus Sans"/>
                <a:ea typeface="Nimbus Sans"/>
                <a:cs typeface="Nimbus Sans"/>
              </a:defRPr>
            </a:lvl9pPr>
          </a:lstStyle>
          <a:p xmlns:a="http://schemas.openxmlformats.org/drawingml/2006/main">
            <a:pPr algn="l">
              <a:defRPr sz="2400" b="1">
                <a:solidFill>
                  <a:srgbClr val="173B59"/>
                </a:solidFill>
                <a:latin typeface="Nimbus Sans"/>
                <a:ea typeface="Nimbus Sans"/>
                <a:cs typeface="Nimbus Sans"/>
              </a:defRPr>
            </a:pPr>
            <a:r>
              <a:rPr sz="2400" b="1">
                <a:solidFill>
                  <a:srgbClr val="173B59"/>
                </a:solidFill>
                <a:latin typeface="Nimbus Sans"/>
                <a:ea typeface="Nimbus Sans"/>
                <a:cs typeface="Nimbus Sans"/>
              </a:rPr>
              <a:t>Matizar MaxTemp y revisar localidades influyentes</a:t>
            </a:r>
          </a:p>
        </p:txBody>
      </p:sp>
      <p:sp>
        <p:nvSpPr>
          <p:cNvPr id="12" name="">
            <a:extLst xmlns:a="http://schemas.openxmlformats.org/drawingml/2006/main">
              <a:ext uri="{FF2B5EF4-FFF2-40B4-BE49-F238E27FC236}">
                <a16:creationId xmlns:a16="http://schemas.microsoft.com/office/drawing/2014/main" id="{AD5AF59E-29CE-458E-A3F7-DEA730FBED51}"/>
              </a:ext>
            </a:extLst>
          </p:cNvPr>
          <p:cNvSpPr>
            <a:spLocks xmlns:a="http://schemas.openxmlformats.org/drawingml/2006/main" noGrp="1"/>
          </p:cNvSpPr>
          <p:nvPr/>
        </p:nvSpPr>
        <p:spPr>
          <a:xfrm xmlns:a="http://schemas.openxmlformats.org/drawingml/2006/main">
            <a:off x="1381125" y="47910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86873"/>
                </a:solidFill>
                <a:latin typeface="Nimbus Sans"/>
                <a:ea typeface="Nimbus Sans"/>
                <a:cs typeface="Nimbus Sans"/>
              </a:defRPr>
            </a:defPPr>
            <a:lvl1pPr algn="l">
              <a:defRPr sz="1725" b="0">
                <a:solidFill>
                  <a:srgbClr val="586873"/>
                </a:solidFill>
                <a:latin typeface="Nimbus Sans"/>
                <a:ea typeface="Nimbus Sans"/>
                <a:cs typeface="Nimbus Sans"/>
              </a:defRPr>
            </a:lvl1pPr>
            <a:lvl2pPr algn="l">
              <a:defRPr sz="1725" b="0">
                <a:solidFill>
                  <a:srgbClr val="586873"/>
                </a:solidFill>
                <a:latin typeface="Nimbus Sans"/>
                <a:ea typeface="Nimbus Sans"/>
                <a:cs typeface="Nimbus Sans"/>
              </a:defRPr>
            </a:lvl2pPr>
            <a:lvl3pPr algn="l">
              <a:defRPr sz="1725" b="0">
                <a:solidFill>
                  <a:srgbClr val="586873"/>
                </a:solidFill>
                <a:latin typeface="Nimbus Sans"/>
                <a:ea typeface="Nimbus Sans"/>
                <a:cs typeface="Nimbus Sans"/>
              </a:defRPr>
            </a:lvl3pPr>
            <a:lvl4pPr algn="l">
              <a:defRPr sz="1725" b="0">
                <a:solidFill>
                  <a:srgbClr val="586873"/>
                </a:solidFill>
                <a:latin typeface="Nimbus Sans"/>
                <a:ea typeface="Nimbus Sans"/>
                <a:cs typeface="Nimbus Sans"/>
              </a:defRPr>
            </a:lvl4pPr>
            <a:lvl5pPr algn="l">
              <a:defRPr sz="1725" b="0">
                <a:solidFill>
                  <a:srgbClr val="586873"/>
                </a:solidFill>
                <a:latin typeface="Nimbus Sans"/>
                <a:ea typeface="Nimbus Sans"/>
                <a:cs typeface="Nimbus Sans"/>
              </a:defRPr>
            </a:lvl5pPr>
            <a:lvl6pPr algn="l">
              <a:defRPr sz="1725" b="0">
                <a:solidFill>
                  <a:srgbClr val="586873"/>
                </a:solidFill>
                <a:latin typeface="Nimbus Sans"/>
                <a:ea typeface="Nimbus Sans"/>
                <a:cs typeface="Nimbus Sans"/>
              </a:defRPr>
            </a:lvl6pPr>
            <a:lvl7pPr algn="l">
              <a:defRPr sz="1725" b="0">
                <a:solidFill>
                  <a:srgbClr val="586873"/>
                </a:solidFill>
                <a:latin typeface="Nimbus Sans"/>
                <a:ea typeface="Nimbus Sans"/>
                <a:cs typeface="Nimbus Sans"/>
              </a:defRPr>
            </a:lvl7pPr>
            <a:lvl8pPr algn="l">
              <a:defRPr sz="1725" b="0">
                <a:solidFill>
                  <a:srgbClr val="586873"/>
                </a:solidFill>
                <a:latin typeface="Nimbus Sans"/>
                <a:ea typeface="Nimbus Sans"/>
                <a:cs typeface="Nimbus Sans"/>
              </a:defRPr>
            </a:lvl8pPr>
            <a:lvl9pPr algn="l">
              <a:defRPr sz="1725" b="0">
                <a:solidFill>
                  <a:srgbClr val="586873"/>
                </a:solidFill>
                <a:latin typeface="Nimbus Sans"/>
                <a:ea typeface="Nimbus Sans"/>
                <a:cs typeface="Nimbus Sans"/>
              </a:defRPr>
            </a:lvl9pPr>
          </a:lstStyle>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MountGinini · Wollongong · Ballarat  |  Influencia sobre el ajuste, no errores demostrados.</a:t>
            </a:r>
          </a:p>
        </p:txBody>
      </p:sp>
      <p:sp>
        <p:nvSpPr>
          <p:cNvPr id="13" name="">
            <a:extLst xmlns:a="http://schemas.openxmlformats.org/drawingml/2006/main">
              <a:ext uri="{FF2B5EF4-FFF2-40B4-BE49-F238E27FC236}">
                <a16:creationId xmlns:a16="http://schemas.microsoft.com/office/drawing/2014/main" id="{AE6D56A1-2F48-4751-A381-539AF803E1E2}"/>
              </a:ext>
            </a:extLst>
          </p:cNvPr>
          <p:cNvSpPr>
            <a:spLocks xmlns:a="http://schemas.openxmlformats.org/drawingml/2006/main" noGrp="1"/>
          </p:cNvSpPr>
          <p:nvPr/>
        </p:nvSpPr>
        <p:spPr>
          <a:xfrm xmlns:a="http://schemas.openxmlformats.org/drawingml/2006/main">
            <a:off x="571500" y="5562600"/>
            <a:ext cx="11049000" cy="19050"/>
          </a:xfrm>
          <a:prstGeom xmlns:a="http://schemas.openxmlformats.org/drawingml/2006/main" prst="rect">
            <a:avLst/>
          </a:prstGeom>
          <a:solidFill xmlns:a="http://schemas.openxmlformats.org/drawingml/2006/main">
            <a:srgbClr val="DBE3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3D8F8E-AC50-4244-B498-F5526A54C712}"/>
              </a:ext>
            </a:extLst>
          </p:cNvPr>
          <p:cNvSpPr>
            <a:spLocks xmlns:a="http://schemas.openxmlformats.org/drawingml/2006/main" noGrp="1"/>
          </p:cNvSpPr>
          <p:nvPr/>
        </p:nvSpPr>
        <p:spPr>
          <a:xfrm xmlns:a="http://schemas.openxmlformats.org/drawingml/2006/main">
            <a:off x="571500" y="57150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86873"/>
                </a:solidFill>
                <a:latin typeface="Nimbus Sans"/>
                <a:ea typeface="Nimbus Sans"/>
                <a:cs typeface="Nimbus Sans"/>
              </a:defRPr>
            </a:defPPr>
            <a:lvl1pPr algn="l">
              <a:defRPr sz="1725" b="0">
                <a:solidFill>
                  <a:srgbClr val="586873"/>
                </a:solidFill>
                <a:latin typeface="Nimbus Sans"/>
                <a:ea typeface="Nimbus Sans"/>
                <a:cs typeface="Nimbus Sans"/>
              </a:defRPr>
            </a:lvl1pPr>
            <a:lvl2pPr algn="l">
              <a:defRPr sz="1725" b="0">
                <a:solidFill>
                  <a:srgbClr val="586873"/>
                </a:solidFill>
                <a:latin typeface="Nimbus Sans"/>
                <a:ea typeface="Nimbus Sans"/>
                <a:cs typeface="Nimbus Sans"/>
              </a:defRPr>
            </a:lvl2pPr>
            <a:lvl3pPr algn="l">
              <a:defRPr sz="1725" b="0">
                <a:solidFill>
                  <a:srgbClr val="586873"/>
                </a:solidFill>
                <a:latin typeface="Nimbus Sans"/>
                <a:ea typeface="Nimbus Sans"/>
                <a:cs typeface="Nimbus Sans"/>
              </a:defRPr>
            </a:lvl3pPr>
            <a:lvl4pPr algn="l">
              <a:defRPr sz="1725" b="0">
                <a:solidFill>
                  <a:srgbClr val="586873"/>
                </a:solidFill>
                <a:latin typeface="Nimbus Sans"/>
                <a:ea typeface="Nimbus Sans"/>
                <a:cs typeface="Nimbus Sans"/>
              </a:defRPr>
            </a:lvl4pPr>
            <a:lvl5pPr algn="l">
              <a:defRPr sz="1725" b="0">
                <a:solidFill>
                  <a:srgbClr val="586873"/>
                </a:solidFill>
                <a:latin typeface="Nimbus Sans"/>
                <a:ea typeface="Nimbus Sans"/>
                <a:cs typeface="Nimbus Sans"/>
              </a:defRPr>
            </a:lvl5pPr>
            <a:lvl6pPr algn="l">
              <a:defRPr sz="1725" b="0">
                <a:solidFill>
                  <a:srgbClr val="586873"/>
                </a:solidFill>
                <a:latin typeface="Nimbus Sans"/>
                <a:ea typeface="Nimbus Sans"/>
                <a:cs typeface="Nimbus Sans"/>
              </a:defRPr>
            </a:lvl6pPr>
            <a:lvl7pPr algn="l">
              <a:defRPr sz="1725" b="0">
                <a:solidFill>
                  <a:srgbClr val="586873"/>
                </a:solidFill>
                <a:latin typeface="Nimbus Sans"/>
                <a:ea typeface="Nimbus Sans"/>
                <a:cs typeface="Nimbus Sans"/>
              </a:defRPr>
            </a:lvl7pPr>
            <a:lvl8pPr algn="l">
              <a:defRPr sz="1725" b="0">
                <a:solidFill>
                  <a:srgbClr val="586873"/>
                </a:solidFill>
                <a:latin typeface="Nimbus Sans"/>
                <a:ea typeface="Nimbus Sans"/>
                <a:cs typeface="Nimbus Sans"/>
              </a:defRPr>
            </a:lvl8pPr>
            <a:lvl9pPr algn="l">
              <a:defRPr sz="1725" b="0">
                <a:solidFill>
                  <a:srgbClr val="586873"/>
                </a:solidFill>
                <a:latin typeface="Nimbus Sans"/>
                <a:ea typeface="Nimbus Sans"/>
                <a:cs typeface="Nimbus Sans"/>
              </a:defRPr>
            </a:lvl9pPr>
          </a:lstStyle>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Límites: dependencia espacial, faltantes estructurados, selección y calibración.</a:t>
            </a:r>
          </a:p>
          <a:p xmlns:a="http://schemas.openxmlformats.org/drawingml/2006/main">
            <a:pPr algn="l">
              <a:defRPr sz="1725" b="0">
                <a:solidFill>
                  <a:srgbClr val="586873"/>
                </a:solidFill>
                <a:latin typeface="Nimbus Sans"/>
                <a:ea typeface="Nimbus Sans"/>
                <a:cs typeface="Nimbus Sans"/>
              </a:defRPr>
            </a:pPr>
            <a:r>
              <a:rPr sz="1725" b="0">
                <a:solidFill>
                  <a:srgbClr val="586873"/>
                </a:solidFill>
                <a:latin typeface="Nimbus Sans"/>
                <a:ea typeface="Nimbus Sans"/>
                <a:cs typeface="Nimbus Sans"/>
              </a:rPr>
              <a:t>Work verificado; reproducción Windows y participación real en video, por acreditar.</a:t>
            </a:r>
          </a:p>
        </p:txBody>
      </p:sp>
    </p:spTree>
    <p:extLst>
      <p:ext uri="{BB962C8B-B14F-4D97-AF65-F5344CB8AC3E}">
        <p14:creationId xmlns:p14="http://schemas.microsoft.com/office/powerpoint/2010/main" val="986160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2026-10-24T17:58:25.2590000Z</dcterms:created>
  <dcterms:modified xsi:type="dcterms:W3CDTF">2026-10-24T17:58:25.2590000Z</dcterms:modified>
</coreProperties>
</file>